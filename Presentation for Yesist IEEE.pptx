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8288000" cy="10287000"/>
  <p:notesSz cx="6858000" cy="9144000"/>
  <p:embeddedFontLst>
    <p:embeddedFont>
      <p:font typeface="Montserrat Medium" panose="020B0604020202020204" charset="0"/>
      <p:regular r:id="rId14"/>
      <p:bold r:id="rId15"/>
      <p:italic r:id="rId16"/>
      <p:boldItalic r:id="rId17"/>
    </p:embeddedFont>
    <p:embeddedFont>
      <p:font typeface="Montserrat SemiBold" panose="020B0604020202020204"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240">
          <p15:clr>
            <a:srgbClr val="A4A3A4"/>
          </p15:clr>
        </p15:guide>
        <p15:guide id="2" pos="576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5" roundtripDataSignature="AMtx7mj5FOehkzHXv6B91td8cKoOoFdk8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466" y="72"/>
      </p:cViewPr>
      <p:guideLst>
        <p:guide orient="horz" pos="3240"/>
        <p:guide pos="57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customschemas.google.com/relationships/presentationmetadata" Target="meta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1e69a032673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 name="Google Shape;63;g1e69a032673_0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8" name="Google Shape;98;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6" name="Google Shape;106;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4" name="Google Shape;114;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2" name="Google Shape;12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 name="Google Shape;130;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 name="Google Shape;138;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6" name="Google Shape;14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2"/>
          <p:cNvSpPr txBox="1">
            <a:spLocks noGrp="1"/>
          </p:cNvSpPr>
          <p:nvPr>
            <p:ph type="ctrTitle"/>
          </p:nvPr>
        </p:nvSpPr>
        <p:spPr>
          <a:xfrm>
            <a:off x="623417" y="1489150"/>
            <a:ext cx="17041200" cy="4105200"/>
          </a:xfrm>
          <a:prstGeom prst="rect">
            <a:avLst/>
          </a:prstGeom>
          <a:noFill/>
          <a:ln>
            <a:noFill/>
          </a:ln>
        </p:spPr>
        <p:txBody>
          <a:bodyPr spcFirstLastPara="1" wrap="square" lIns="182850" tIns="182850" rIns="182850" bIns="182850" anchor="b" anchorCtr="0">
            <a:normAutofit/>
          </a:bodyPr>
          <a:lstStyle>
            <a:lvl1pPr lvl="0" algn="ctr">
              <a:lnSpc>
                <a:spcPct val="100000"/>
              </a:lnSpc>
              <a:spcBef>
                <a:spcPts val="0"/>
              </a:spcBef>
              <a:spcAft>
                <a:spcPts val="0"/>
              </a:spcAft>
              <a:buSzPts val="10400"/>
              <a:buNone/>
              <a:defRPr sz="10400"/>
            </a:lvl1pPr>
            <a:lvl2pPr lvl="1" algn="ctr">
              <a:lnSpc>
                <a:spcPct val="100000"/>
              </a:lnSpc>
              <a:spcBef>
                <a:spcPts val="0"/>
              </a:spcBef>
              <a:spcAft>
                <a:spcPts val="0"/>
              </a:spcAft>
              <a:buSzPts val="10400"/>
              <a:buNone/>
              <a:defRPr sz="10400"/>
            </a:lvl2pPr>
            <a:lvl3pPr lvl="2" algn="ctr">
              <a:lnSpc>
                <a:spcPct val="100000"/>
              </a:lnSpc>
              <a:spcBef>
                <a:spcPts val="0"/>
              </a:spcBef>
              <a:spcAft>
                <a:spcPts val="0"/>
              </a:spcAft>
              <a:buSzPts val="10400"/>
              <a:buNone/>
              <a:defRPr sz="10400"/>
            </a:lvl3pPr>
            <a:lvl4pPr lvl="3" algn="ctr">
              <a:lnSpc>
                <a:spcPct val="100000"/>
              </a:lnSpc>
              <a:spcBef>
                <a:spcPts val="0"/>
              </a:spcBef>
              <a:spcAft>
                <a:spcPts val="0"/>
              </a:spcAft>
              <a:buSzPts val="10400"/>
              <a:buNone/>
              <a:defRPr sz="10400"/>
            </a:lvl4pPr>
            <a:lvl5pPr lvl="4" algn="ctr">
              <a:lnSpc>
                <a:spcPct val="100000"/>
              </a:lnSpc>
              <a:spcBef>
                <a:spcPts val="0"/>
              </a:spcBef>
              <a:spcAft>
                <a:spcPts val="0"/>
              </a:spcAft>
              <a:buSzPts val="10400"/>
              <a:buNone/>
              <a:defRPr sz="10400"/>
            </a:lvl5pPr>
            <a:lvl6pPr lvl="5" algn="ctr">
              <a:lnSpc>
                <a:spcPct val="100000"/>
              </a:lnSpc>
              <a:spcBef>
                <a:spcPts val="0"/>
              </a:spcBef>
              <a:spcAft>
                <a:spcPts val="0"/>
              </a:spcAft>
              <a:buSzPts val="10400"/>
              <a:buNone/>
              <a:defRPr sz="10400"/>
            </a:lvl6pPr>
            <a:lvl7pPr lvl="6" algn="ctr">
              <a:lnSpc>
                <a:spcPct val="100000"/>
              </a:lnSpc>
              <a:spcBef>
                <a:spcPts val="0"/>
              </a:spcBef>
              <a:spcAft>
                <a:spcPts val="0"/>
              </a:spcAft>
              <a:buSzPts val="10400"/>
              <a:buNone/>
              <a:defRPr sz="10400"/>
            </a:lvl7pPr>
            <a:lvl8pPr lvl="7" algn="ctr">
              <a:lnSpc>
                <a:spcPct val="100000"/>
              </a:lnSpc>
              <a:spcBef>
                <a:spcPts val="0"/>
              </a:spcBef>
              <a:spcAft>
                <a:spcPts val="0"/>
              </a:spcAft>
              <a:buSzPts val="10400"/>
              <a:buNone/>
              <a:defRPr sz="10400"/>
            </a:lvl8pPr>
            <a:lvl9pPr lvl="8" algn="ctr">
              <a:lnSpc>
                <a:spcPct val="100000"/>
              </a:lnSpc>
              <a:spcBef>
                <a:spcPts val="0"/>
              </a:spcBef>
              <a:spcAft>
                <a:spcPts val="0"/>
              </a:spcAft>
              <a:buSzPts val="10400"/>
              <a:buNone/>
              <a:defRPr sz="10400"/>
            </a:lvl9pPr>
          </a:lstStyle>
          <a:p>
            <a:endParaRPr/>
          </a:p>
        </p:txBody>
      </p:sp>
      <p:sp>
        <p:nvSpPr>
          <p:cNvPr id="11" name="Google Shape;11;p12"/>
          <p:cNvSpPr txBox="1">
            <a:spLocks noGrp="1"/>
          </p:cNvSpPr>
          <p:nvPr>
            <p:ph type="subTitle" idx="1"/>
          </p:nvPr>
        </p:nvSpPr>
        <p:spPr>
          <a:xfrm>
            <a:off x="623400" y="5668250"/>
            <a:ext cx="17041200" cy="1585200"/>
          </a:xfrm>
          <a:prstGeom prst="rect">
            <a:avLst/>
          </a:prstGeom>
          <a:noFill/>
          <a:ln>
            <a:noFill/>
          </a:ln>
        </p:spPr>
        <p:txBody>
          <a:bodyPr spcFirstLastPara="1" wrap="square" lIns="182850" tIns="182850" rIns="182850" bIns="182850" anchor="t" anchorCtr="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a:endParaRPr/>
          </a:p>
        </p:txBody>
      </p:sp>
      <p:sp>
        <p:nvSpPr>
          <p:cNvPr id="12" name="Google Shape;12;p12"/>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
        <p:cNvGrpSpPr/>
        <p:nvPr/>
      </p:nvGrpSpPr>
      <p:grpSpPr>
        <a:xfrm>
          <a:off x="0" y="0"/>
          <a:ext cx="0" cy="0"/>
          <a:chOff x="0" y="0"/>
          <a:chExt cx="0" cy="0"/>
        </a:xfrm>
      </p:grpSpPr>
      <p:sp>
        <p:nvSpPr>
          <p:cNvPr id="14" name="Google Shape;14;p13"/>
          <p:cNvSpPr txBox="1">
            <a:spLocks noGrp="1"/>
          </p:cNvSpPr>
          <p:nvPr>
            <p:ph type="title"/>
          </p:nvPr>
        </p:nvSpPr>
        <p:spPr>
          <a:xfrm>
            <a:off x="623400" y="890050"/>
            <a:ext cx="17041200" cy="1145400"/>
          </a:xfrm>
          <a:prstGeom prst="rect">
            <a:avLst/>
          </a:prstGeom>
          <a:noFill/>
          <a:ln>
            <a:noFill/>
          </a:ln>
        </p:spPr>
        <p:txBody>
          <a:bodyPr spcFirstLastPara="1" wrap="square" lIns="182850" tIns="182850" rIns="182850" bIns="182850" anchor="t" anchorCtr="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a:endParaRPr/>
          </a:p>
        </p:txBody>
      </p:sp>
      <p:sp>
        <p:nvSpPr>
          <p:cNvPr id="15" name="Google Shape;15;p13"/>
          <p:cNvSpPr txBox="1">
            <a:spLocks noGrp="1"/>
          </p:cNvSpPr>
          <p:nvPr>
            <p:ph type="body" idx="1"/>
          </p:nvPr>
        </p:nvSpPr>
        <p:spPr>
          <a:xfrm>
            <a:off x="623400" y="2304950"/>
            <a:ext cx="17041200" cy="6832800"/>
          </a:xfrm>
          <a:prstGeom prst="rect">
            <a:avLst/>
          </a:prstGeom>
          <a:noFill/>
          <a:ln>
            <a:noFill/>
          </a:ln>
        </p:spPr>
        <p:txBody>
          <a:bodyPr spcFirstLastPara="1" wrap="square" lIns="182850" tIns="182850" rIns="182850" bIns="182850" anchor="t" anchorCtr="0">
            <a:normAutofit/>
          </a:bodyPr>
          <a:lstStyle>
            <a:lvl1pPr marL="457200" lvl="0" indent="-457200" algn="l">
              <a:lnSpc>
                <a:spcPct val="115000"/>
              </a:lnSpc>
              <a:spcBef>
                <a:spcPts val="0"/>
              </a:spcBef>
              <a:spcAft>
                <a:spcPts val="0"/>
              </a:spcAft>
              <a:buSzPts val="3600"/>
              <a:buChar char="●"/>
              <a:defRPr/>
            </a:lvl1pPr>
            <a:lvl2pPr marL="914400" lvl="1" indent="-406400" algn="l">
              <a:lnSpc>
                <a:spcPct val="115000"/>
              </a:lnSpc>
              <a:spcBef>
                <a:spcPts val="0"/>
              </a:spcBef>
              <a:spcAft>
                <a:spcPts val="0"/>
              </a:spcAft>
              <a:buSzPts val="2800"/>
              <a:buChar char="○"/>
              <a:defRPr/>
            </a:lvl2pPr>
            <a:lvl3pPr marL="1371600" lvl="2" indent="-406400" algn="l">
              <a:lnSpc>
                <a:spcPct val="115000"/>
              </a:lnSpc>
              <a:spcBef>
                <a:spcPts val="0"/>
              </a:spcBef>
              <a:spcAft>
                <a:spcPts val="0"/>
              </a:spcAft>
              <a:buSzPts val="2800"/>
              <a:buChar char="■"/>
              <a:defRPr/>
            </a:lvl3pPr>
            <a:lvl4pPr marL="1828800" lvl="3" indent="-406400" algn="l">
              <a:lnSpc>
                <a:spcPct val="115000"/>
              </a:lnSpc>
              <a:spcBef>
                <a:spcPts val="0"/>
              </a:spcBef>
              <a:spcAft>
                <a:spcPts val="0"/>
              </a:spcAft>
              <a:buSzPts val="2800"/>
              <a:buChar char="●"/>
              <a:defRPr/>
            </a:lvl4pPr>
            <a:lvl5pPr marL="2286000" lvl="4" indent="-406400" algn="l">
              <a:lnSpc>
                <a:spcPct val="115000"/>
              </a:lnSpc>
              <a:spcBef>
                <a:spcPts val="0"/>
              </a:spcBef>
              <a:spcAft>
                <a:spcPts val="0"/>
              </a:spcAft>
              <a:buSzPts val="2800"/>
              <a:buChar char="○"/>
              <a:defRPr/>
            </a:lvl5pPr>
            <a:lvl6pPr marL="2743200" lvl="5" indent="-406400" algn="l">
              <a:lnSpc>
                <a:spcPct val="115000"/>
              </a:lnSpc>
              <a:spcBef>
                <a:spcPts val="0"/>
              </a:spcBef>
              <a:spcAft>
                <a:spcPts val="0"/>
              </a:spcAft>
              <a:buSzPts val="2800"/>
              <a:buChar char="■"/>
              <a:defRPr/>
            </a:lvl6pPr>
            <a:lvl7pPr marL="3200400" lvl="6" indent="-406400" algn="l">
              <a:lnSpc>
                <a:spcPct val="115000"/>
              </a:lnSpc>
              <a:spcBef>
                <a:spcPts val="0"/>
              </a:spcBef>
              <a:spcAft>
                <a:spcPts val="0"/>
              </a:spcAft>
              <a:buSzPts val="2800"/>
              <a:buChar char="●"/>
              <a:defRPr/>
            </a:lvl7pPr>
            <a:lvl8pPr marL="3657600" lvl="7" indent="-406400" algn="l">
              <a:lnSpc>
                <a:spcPct val="115000"/>
              </a:lnSpc>
              <a:spcBef>
                <a:spcPts val="0"/>
              </a:spcBef>
              <a:spcAft>
                <a:spcPts val="0"/>
              </a:spcAft>
              <a:buSzPts val="2800"/>
              <a:buChar char="○"/>
              <a:defRPr/>
            </a:lvl8pPr>
            <a:lvl9pPr marL="4114800" lvl="8" indent="-406400" algn="l">
              <a:lnSpc>
                <a:spcPct val="115000"/>
              </a:lnSpc>
              <a:spcBef>
                <a:spcPts val="0"/>
              </a:spcBef>
              <a:spcAft>
                <a:spcPts val="0"/>
              </a:spcAft>
              <a:buSzPts val="2800"/>
              <a:buChar char="■"/>
              <a:defRPr/>
            </a:lvl9pPr>
          </a:lstStyle>
          <a:p>
            <a:endParaRPr/>
          </a:p>
        </p:txBody>
      </p:sp>
      <p:sp>
        <p:nvSpPr>
          <p:cNvPr id="16" name="Google Shape;16;p13"/>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14"/>
          <p:cNvSpPr txBox="1">
            <a:spLocks noGrp="1"/>
          </p:cNvSpPr>
          <p:nvPr>
            <p:ph type="title"/>
          </p:nvPr>
        </p:nvSpPr>
        <p:spPr>
          <a:xfrm>
            <a:off x="623400" y="4301700"/>
            <a:ext cx="17041200" cy="1683600"/>
          </a:xfrm>
          <a:prstGeom prst="rect">
            <a:avLst/>
          </a:prstGeom>
          <a:noFill/>
          <a:ln>
            <a:noFill/>
          </a:ln>
        </p:spPr>
        <p:txBody>
          <a:bodyPr spcFirstLastPara="1" wrap="square" lIns="182850" tIns="182850" rIns="182850" bIns="182850" anchor="ctr" anchorCtr="0">
            <a:normAutofit/>
          </a:bodyPr>
          <a:lstStyle>
            <a:lvl1pPr lvl="0" algn="ctr">
              <a:lnSpc>
                <a:spcPct val="100000"/>
              </a:lnSpc>
              <a:spcBef>
                <a:spcPts val="0"/>
              </a:spcBef>
              <a:spcAft>
                <a:spcPts val="0"/>
              </a:spcAft>
              <a:buSzPts val="7200"/>
              <a:buNone/>
              <a:defRPr sz="7200"/>
            </a:lvl1pPr>
            <a:lvl2pPr lvl="1" algn="ctr">
              <a:lnSpc>
                <a:spcPct val="100000"/>
              </a:lnSpc>
              <a:spcBef>
                <a:spcPts val="0"/>
              </a:spcBef>
              <a:spcAft>
                <a:spcPts val="0"/>
              </a:spcAft>
              <a:buSzPts val="7200"/>
              <a:buNone/>
              <a:defRPr sz="7200"/>
            </a:lvl2pPr>
            <a:lvl3pPr lvl="2" algn="ctr">
              <a:lnSpc>
                <a:spcPct val="100000"/>
              </a:lnSpc>
              <a:spcBef>
                <a:spcPts val="0"/>
              </a:spcBef>
              <a:spcAft>
                <a:spcPts val="0"/>
              </a:spcAft>
              <a:buSzPts val="7200"/>
              <a:buNone/>
              <a:defRPr sz="7200"/>
            </a:lvl3pPr>
            <a:lvl4pPr lvl="3" algn="ctr">
              <a:lnSpc>
                <a:spcPct val="100000"/>
              </a:lnSpc>
              <a:spcBef>
                <a:spcPts val="0"/>
              </a:spcBef>
              <a:spcAft>
                <a:spcPts val="0"/>
              </a:spcAft>
              <a:buSzPts val="7200"/>
              <a:buNone/>
              <a:defRPr sz="7200"/>
            </a:lvl4pPr>
            <a:lvl5pPr lvl="4" algn="ctr">
              <a:lnSpc>
                <a:spcPct val="100000"/>
              </a:lnSpc>
              <a:spcBef>
                <a:spcPts val="0"/>
              </a:spcBef>
              <a:spcAft>
                <a:spcPts val="0"/>
              </a:spcAft>
              <a:buSzPts val="7200"/>
              <a:buNone/>
              <a:defRPr sz="7200"/>
            </a:lvl5pPr>
            <a:lvl6pPr lvl="5" algn="ctr">
              <a:lnSpc>
                <a:spcPct val="100000"/>
              </a:lnSpc>
              <a:spcBef>
                <a:spcPts val="0"/>
              </a:spcBef>
              <a:spcAft>
                <a:spcPts val="0"/>
              </a:spcAft>
              <a:buSzPts val="7200"/>
              <a:buNone/>
              <a:defRPr sz="7200"/>
            </a:lvl6pPr>
            <a:lvl7pPr lvl="6" algn="ctr">
              <a:lnSpc>
                <a:spcPct val="100000"/>
              </a:lnSpc>
              <a:spcBef>
                <a:spcPts val="0"/>
              </a:spcBef>
              <a:spcAft>
                <a:spcPts val="0"/>
              </a:spcAft>
              <a:buSzPts val="7200"/>
              <a:buNone/>
              <a:defRPr sz="7200"/>
            </a:lvl7pPr>
            <a:lvl8pPr lvl="7" algn="ctr">
              <a:lnSpc>
                <a:spcPct val="100000"/>
              </a:lnSpc>
              <a:spcBef>
                <a:spcPts val="0"/>
              </a:spcBef>
              <a:spcAft>
                <a:spcPts val="0"/>
              </a:spcAft>
              <a:buSzPts val="7200"/>
              <a:buNone/>
              <a:defRPr sz="7200"/>
            </a:lvl8pPr>
            <a:lvl9pPr lvl="8" algn="ctr">
              <a:lnSpc>
                <a:spcPct val="100000"/>
              </a:lnSpc>
              <a:spcBef>
                <a:spcPts val="0"/>
              </a:spcBef>
              <a:spcAft>
                <a:spcPts val="0"/>
              </a:spcAft>
              <a:buSzPts val="7200"/>
              <a:buNone/>
              <a:defRPr sz="7200"/>
            </a:lvl9pPr>
          </a:lstStyle>
          <a:p>
            <a:endParaRPr/>
          </a:p>
        </p:txBody>
      </p:sp>
      <p:sp>
        <p:nvSpPr>
          <p:cNvPr id="19" name="Google Shape;19;p14"/>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15"/>
          <p:cNvSpPr txBox="1">
            <a:spLocks noGrp="1"/>
          </p:cNvSpPr>
          <p:nvPr>
            <p:ph type="title"/>
          </p:nvPr>
        </p:nvSpPr>
        <p:spPr>
          <a:xfrm>
            <a:off x="623400" y="890050"/>
            <a:ext cx="17041200" cy="1145400"/>
          </a:xfrm>
          <a:prstGeom prst="rect">
            <a:avLst/>
          </a:prstGeom>
          <a:noFill/>
          <a:ln>
            <a:noFill/>
          </a:ln>
        </p:spPr>
        <p:txBody>
          <a:bodyPr spcFirstLastPara="1" wrap="square" lIns="182850" tIns="182850" rIns="182850" bIns="182850" anchor="t" anchorCtr="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a:endParaRPr/>
          </a:p>
        </p:txBody>
      </p:sp>
      <p:sp>
        <p:nvSpPr>
          <p:cNvPr id="22" name="Google Shape;22;p15"/>
          <p:cNvSpPr txBox="1">
            <a:spLocks noGrp="1"/>
          </p:cNvSpPr>
          <p:nvPr>
            <p:ph type="body" idx="1"/>
          </p:nvPr>
        </p:nvSpPr>
        <p:spPr>
          <a:xfrm>
            <a:off x="623400" y="2304950"/>
            <a:ext cx="7999800" cy="6832800"/>
          </a:xfrm>
          <a:prstGeom prst="rect">
            <a:avLst/>
          </a:prstGeom>
          <a:noFill/>
          <a:ln>
            <a:noFill/>
          </a:ln>
        </p:spPr>
        <p:txBody>
          <a:bodyPr spcFirstLastPara="1" wrap="square" lIns="182850" tIns="182850" rIns="182850" bIns="182850" anchor="t" anchorCtr="0">
            <a:normAutofit/>
          </a:bodyPr>
          <a:lstStyle>
            <a:lvl1pPr marL="457200" lvl="0" indent="-406400" algn="l">
              <a:lnSpc>
                <a:spcPct val="115000"/>
              </a:lnSpc>
              <a:spcBef>
                <a:spcPts val="0"/>
              </a:spcBef>
              <a:spcAft>
                <a:spcPts val="0"/>
              </a:spcAft>
              <a:buSzPts val="2800"/>
              <a:buChar char="●"/>
              <a:defRPr sz="2800"/>
            </a:lvl1pPr>
            <a:lvl2pPr marL="914400" lvl="1" indent="-381000" algn="l">
              <a:lnSpc>
                <a:spcPct val="115000"/>
              </a:lnSpc>
              <a:spcBef>
                <a:spcPts val="0"/>
              </a:spcBef>
              <a:spcAft>
                <a:spcPts val="0"/>
              </a:spcAft>
              <a:buSzPts val="2400"/>
              <a:buChar char="○"/>
              <a:defRPr sz="2400"/>
            </a:lvl2pPr>
            <a:lvl3pPr marL="1371600" lvl="2" indent="-381000" algn="l">
              <a:lnSpc>
                <a:spcPct val="115000"/>
              </a:lnSpc>
              <a:spcBef>
                <a:spcPts val="0"/>
              </a:spcBef>
              <a:spcAft>
                <a:spcPts val="0"/>
              </a:spcAft>
              <a:buSzPts val="2400"/>
              <a:buChar char="■"/>
              <a:defRPr sz="2400"/>
            </a:lvl3pPr>
            <a:lvl4pPr marL="1828800" lvl="3" indent="-381000" algn="l">
              <a:lnSpc>
                <a:spcPct val="115000"/>
              </a:lnSpc>
              <a:spcBef>
                <a:spcPts val="0"/>
              </a:spcBef>
              <a:spcAft>
                <a:spcPts val="0"/>
              </a:spcAft>
              <a:buSzPts val="2400"/>
              <a:buChar char="●"/>
              <a:defRPr sz="2400"/>
            </a:lvl4pPr>
            <a:lvl5pPr marL="2286000" lvl="4" indent="-381000" algn="l">
              <a:lnSpc>
                <a:spcPct val="115000"/>
              </a:lnSpc>
              <a:spcBef>
                <a:spcPts val="0"/>
              </a:spcBef>
              <a:spcAft>
                <a:spcPts val="0"/>
              </a:spcAft>
              <a:buSzPts val="2400"/>
              <a:buChar char="○"/>
              <a:defRPr sz="2400"/>
            </a:lvl5pPr>
            <a:lvl6pPr marL="2743200" lvl="5" indent="-381000" algn="l">
              <a:lnSpc>
                <a:spcPct val="115000"/>
              </a:lnSpc>
              <a:spcBef>
                <a:spcPts val="0"/>
              </a:spcBef>
              <a:spcAft>
                <a:spcPts val="0"/>
              </a:spcAft>
              <a:buSzPts val="2400"/>
              <a:buChar char="■"/>
              <a:defRPr sz="2400"/>
            </a:lvl6pPr>
            <a:lvl7pPr marL="3200400" lvl="6" indent="-381000" algn="l">
              <a:lnSpc>
                <a:spcPct val="115000"/>
              </a:lnSpc>
              <a:spcBef>
                <a:spcPts val="0"/>
              </a:spcBef>
              <a:spcAft>
                <a:spcPts val="0"/>
              </a:spcAft>
              <a:buSzPts val="2400"/>
              <a:buChar char="●"/>
              <a:defRPr sz="2400"/>
            </a:lvl7pPr>
            <a:lvl8pPr marL="3657600" lvl="7" indent="-381000" algn="l">
              <a:lnSpc>
                <a:spcPct val="115000"/>
              </a:lnSpc>
              <a:spcBef>
                <a:spcPts val="0"/>
              </a:spcBef>
              <a:spcAft>
                <a:spcPts val="0"/>
              </a:spcAft>
              <a:buSzPts val="2400"/>
              <a:buChar char="○"/>
              <a:defRPr sz="2400"/>
            </a:lvl8pPr>
            <a:lvl9pPr marL="4114800" lvl="8" indent="-381000" algn="l">
              <a:lnSpc>
                <a:spcPct val="115000"/>
              </a:lnSpc>
              <a:spcBef>
                <a:spcPts val="0"/>
              </a:spcBef>
              <a:spcAft>
                <a:spcPts val="0"/>
              </a:spcAft>
              <a:buSzPts val="2400"/>
              <a:buChar char="■"/>
              <a:defRPr sz="2400"/>
            </a:lvl9pPr>
          </a:lstStyle>
          <a:p>
            <a:endParaRPr/>
          </a:p>
        </p:txBody>
      </p:sp>
      <p:sp>
        <p:nvSpPr>
          <p:cNvPr id="23" name="Google Shape;23;p15"/>
          <p:cNvSpPr txBox="1">
            <a:spLocks noGrp="1"/>
          </p:cNvSpPr>
          <p:nvPr>
            <p:ph type="body" idx="2"/>
          </p:nvPr>
        </p:nvSpPr>
        <p:spPr>
          <a:xfrm>
            <a:off x="9664800" y="2304950"/>
            <a:ext cx="7999800" cy="6832800"/>
          </a:xfrm>
          <a:prstGeom prst="rect">
            <a:avLst/>
          </a:prstGeom>
          <a:noFill/>
          <a:ln>
            <a:noFill/>
          </a:ln>
        </p:spPr>
        <p:txBody>
          <a:bodyPr spcFirstLastPara="1" wrap="square" lIns="182850" tIns="182850" rIns="182850" bIns="182850" anchor="t" anchorCtr="0">
            <a:normAutofit/>
          </a:bodyPr>
          <a:lstStyle>
            <a:lvl1pPr marL="457200" lvl="0" indent="-406400" algn="l">
              <a:lnSpc>
                <a:spcPct val="115000"/>
              </a:lnSpc>
              <a:spcBef>
                <a:spcPts val="0"/>
              </a:spcBef>
              <a:spcAft>
                <a:spcPts val="0"/>
              </a:spcAft>
              <a:buSzPts val="2800"/>
              <a:buChar char="●"/>
              <a:defRPr sz="2800"/>
            </a:lvl1pPr>
            <a:lvl2pPr marL="914400" lvl="1" indent="-381000" algn="l">
              <a:lnSpc>
                <a:spcPct val="115000"/>
              </a:lnSpc>
              <a:spcBef>
                <a:spcPts val="0"/>
              </a:spcBef>
              <a:spcAft>
                <a:spcPts val="0"/>
              </a:spcAft>
              <a:buSzPts val="2400"/>
              <a:buChar char="○"/>
              <a:defRPr sz="2400"/>
            </a:lvl2pPr>
            <a:lvl3pPr marL="1371600" lvl="2" indent="-381000" algn="l">
              <a:lnSpc>
                <a:spcPct val="115000"/>
              </a:lnSpc>
              <a:spcBef>
                <a:spcPts val="0"/>
              </a:spcBef>
              <a:spcAft>
                <a:spcPts val="0"/>
              </a:spcAft>
              <a:buSzPts val="2400"/>
              <a:buChar char="■"/>
              <a:defRPr sz="2400"/>
            </a:lvl3pPr>
            <a:lvl4pPr marL="1828800" lvl="3" indent="-381000" algn="l">
              <a:lnSpc>
                <a:spcPct val="115000"/>
              </a:lnSpc>
              <a:spcBef>
                <a:spcPts val="0"/>
              </a:spcBef>
              <a:spcAft>
                <a:spcPts val="0"/>
              </a:spcAft>
              <a:buSzPts val="2400"/>
              <a:buChar char="●"/>
              <a:defRPr sz="2400"/>
            </a:lvl4pPr>
            <a:lvl5pPr marL="2286000" lvl="4" indent="-381000" algn="l">
              <a:lnSpc>
                <a:spcPct val="115000"/>
              </a:lnSpc>
              <a:spcBef>
                <a:spcPts val="0"/>
              </a:spcBef>
              <a:spcAft>
                <a:spcPts val="0"/>
              </a:spcAft>
              <a:buSzPts val="2400"/>
              <a:buChar char="○"/>
              <a:defRPr sz="2400"/>
            </a:lvl5pPr>
            <a:lvl6pPr marL="2743200" lvl="5" indent="-381000" algn="l">
              <a:lnSpc>
                <a:spcPct val="115000"/>
              </a:lnSpc>
              <a:spcBef>
                <a:spcPts val="0"/>
              </a:spcBef>
              <a:spcAft>
                <a:spcPts val="0"/>
              </a:spcAft>
              <a:buSzPts val="2400"/>
              <a:buChar char="■"/>
              <a:defRPr sz="2400"/>
            </a:lvl6pPr>
            <a:lvl7pPr marL="3200400" lvl="6" indent="-381000" algn="l">
              <a:lnSpc>
                <a:spcPct val="115000"/>
              </a:lnSpc>
              <a:spcBef>
                <a:spcPts val="0"/>
              </a:spcBef>
              <a:spcAft>
                <a:spcPts val="0"/>
              </a:spcAft>
              <a:buSzPts val="2400"/>
              <a:buChar char="●"/>
              <a:defRPr sz="2400"/>
            </a:lvl7pPr>
            <a:lvl8pPr marL="3657600" lvl="7" indent="-381000" algn="l">
              <a:lnSpc>
                <a:spcPct val="115000"/>
              </a:lnSpc>
              <a:spcBef>
                <a:spcPts val="0"/>
              </a:spcBef>
              <a:spcAft>
                <a:spcPts val="0"/>
              </a:spcAft>
              <a:buSzPts val="2400"/>
              <a:buChar char="○"/>
              <a:defRPr sz="2400"/>
            </a:lvl8pPr>
            <a:lvl9pPr marL="4114800" lvl="8" indent="-381000" algn="l">
              <a:lnSpc>
                <a:spcPct val="115000"/>
              </a:lnSpc>
              <a:spcBef>
                <a:spcPts val="0"/>
              </a:spcBef>
              <a:spcAft>
                <a:spcPts val="0"/>
              </a:spcAft>
              <a:buSzPts val="2400"/>
              <a:buChar char="■"/>
              <a:defRPr sz="2400"/>
            </a:lvl9pPr>
          </a:lstStyle>
          <a:p>
            <a:endParaRPr/>
          </a:p>
        </p:txBody>
      </p:sp>
      <p:sp>
        <p:nvSpPr>
          <p:cNvPr id="24" name="Google Shape;24;p15"/>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16"/>
          <p:cNvSpPr txBox="1">
            <a:spLocks noGrp="1"/>
          </p:cNvSpPr>
          <p:nvPr>
            <p:ph type="title"/>
          </p:nvPr>
        </p:nvSpPr>
        <p:spPr>
          <a:xfrm>
            <a:off x="623400" y="890050"/>
            <a:ext cx="17041200" cy="1145400"/>
          </a:xfrm>
          <a:prstGeom prst="rect">
            <a:avLst/>
          </a:prstGeom>
          <a:noFill/>
          <a:ln>
            <a:noFill/>
          </a:ln>
        </p:spPr>
        <p:txBody>
          <a:bodyPr spcFirstLastPara="1" wrap="square" lIns="182850" tIns="182850" rIns="182850" bIns="182850" anchor="t" anchorCtr="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a:endParaRPr/>
          </a:p>
        </p:txBody>
      </p:sp>
      <p:sp>
        <p:nvSpPr>
          <p:cNvPr id="27" name="Google Shape;27;p16"/>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17"/>
          <p:cNvSpPr txBox="1">
            <a:spLocks noGrp="1"/>
          </p:cNvSpPr>
          <p:nvPr>
            <p:ph type="title"/>
          </p:nvPr>
        </p:nvSpPr>
        <p:spPr>
          <a:xfrm>
            <a:off x="623400" y="1111200"/>
            <a:ext cx="5616000" cy="1511400"/>
          </a:xfrm>
          <a:prstGeom prst="rect">
            <a:avLst/>
          </a:prstGeom>
          <a:noFill/>
          <a:ln>
            <a:noFill/>
          </a:ln>
        </p:spPr>
        <p:txBody>
          <a:bodyPr spcFirstLastPara="1" wrap="square" lIns="182850" tIns="182850" rIns="182850" bIns="182850" anchor="b"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0" name="Google Shape;30;p17"/>
          <p:cNvSpPr txBox="1">
            <a:spLocks noGrp="1"/>
          </p:cNvSpPr>
          <p:nvPr>
            <p:ph type="body" idx="1"/>
          </p:nvPr>
        </p:nvSpPr>
        <p:spPr>
          <a:xfrm>
            <a:off x="623400" y="2779200"/>
            <a:ext cx="5616000" cy="6358800"/>
          </a:xfrm>
          <a:prstGeom prst="rect">
            <a:avLst/>
          </a:prstGeom>
          <a:noFill/>
          <a:ln>
            <a:noFill/>
          </a:ln>
        </p:spPr>
        <p:txBody>
          <a:bodyPr spcFirstLastPara="1" wrap="square" lIns="182850" tIns="182850" rIns="182850" bIns="182850" anchor="t" anchorCtr="0">
            <a:normAutofit/>
          </a:bodyPr>
          <a:lstStyle>
            <a:lvl1pPr marL="457200" lvl="0" indent="-381000" algn="l">
              <a:lnSpc>
                <a:spcPct val="115000"/>
              </a:lnSpc>
              <a:spcBef>
                <a:spcPts val="0"/>
              </a:spcBef>
              <a:spcAft>
                <a:spcPts val="0"/>
              </a:spcAft>
              <a:buSzPts val="2400"/>
              <a:buChar char="●"/>
              <a:defRPr sz="2400"/>
            </a:lvl1pPr>
            <a:lvl2pPr marL="914400" lvl="1" indent="-381000" algn="l">
              <a:lnSpc>
                <a:spcPct val="115000"/>
              </a:lnSpc>
              <a:spcBef>
                <a:spcPts val="0"/>
              </a:spcBef>
              <a:spcAft>
                <a:spcPts val="0"/>
              </a:spcAft>
              <a:buSzPts val="2400"/>
              <a:buChar char="○"/>
              <a:defRPr sz="2400"/>
            </a:lvl2pPr>
            <a:lvl3pPr marL="1371600" lvl="2" indent="-381000" algn="l">
              <a:lnSpc>
                <a:spcPct val="115000"/>
              </a:lnSpc>
              <a:spcBef>
                <a:spcPts val="0"/>
              </a:spcBef>
              <a:spcAft>
                <a:spcPts val="0"/>
              </a:spcAft>
              <a:buSzPts val="2400"/>
              <a:buChar char="■"/>
              <a:defRPr sz="2400"/>
            </a:lvl3pPr>
            <a:lvl4pPr marL="1828800" lvl="3" indent="-381000" algn="l">
              <a:lnSpc>
                <a:spcPct val="115000"/>
              </a:lnSpc>
              <a:spcBef>
                <a:spcPts val="0"/>
              </a:spcBef>
              <a:spcAft>
                <a:spcPts val="0"/>
              </a:spcAft>
              <a:buSzPts val="2400"/>
              <a:buChar char="●"/>
              <a:defRPr sz="2400"/>
            </a:lvl4pPr>
            <a:lvl5pPr marL="2286000" lvl="4" indent="-381000" algn="l">
              <a:lnSpc>
                <a:spcPct val="115000"/>
              </a:lnSpc>
              <a:spcBef>
                <a:spcPts val="0"/>
              </a:spcBef>
              <a:spcAft>
                <a:spcPts val="0"/>
              </a:spcAft>
              <a:buSzPts val="2400"/>
              <a:buChar char="○"/>
              <a:defRPr sz="2400"/>
            </a:lvl5pPr>
            <a:lvl6pPr marL="2743200" lvl="5" indent="-381000" algn="l">
              <a:lnSpc>
                <a:spcPct val="115000"/>
              </a:lnSpc>
              <a:spcBef>
                <a:spcPts val="0"/>
              </a:spcBef>
              <a:spcAft>
                <a:spcPts val="0"/>
              </a:spcAft>
              <a:buSzPts val="2400"/>
              <a:buChar char="■"/>
              <a:defRPr sz="2400"/>
            </a:lvl6pPr>
            <a:lvl7pPr marL="3200400" lvl="6" indent="-381000" algn="l">
              <a:lnSpc>
                <a:spcPct val="115000"/>
              </a:lnSpc>
              <a:spcBef>
                <a:spcPts val="0"/>
              </a:spcBef>
              <a:spcAft>
                <a:spcPts val="0"/>
              </a:spcAft>
              <a:buSzPts val="2400"/>
              <a:buChar char="●"/>
              <a:defRPr sz="2400"/>
            </a:lvl7pPr>
            <a:lvl8pPr marL="3657600" lvl="7" indent="-381000" algn="l">
              <a:lnSpc>
                <a:spcPct val="115000"/>
              </a:lnSpc>
              <a:spcBef>
                <a:spcPts val="0"/>
              </a:spcBef>
              <a:spcAft>
                <a:spcPts val="0"/>
              </a:spcAft>
              <a:buSzPts val="2400"/>
              <a:buChar char="○"/>
              <a:defRPr sz="2400"/>
            </a:lvl8pPr>
            <a:lvl9pPr marL="4114800" lvl="8" indent="-381000" algn="l">
              <a:lnSpc>
                <a:spcPct val="115000"/>
              </a:lnSpc>
              <a:spcBef>
                <a:spcPts val="0"/>
              </a:spcBef>
              <a:spcAft>
                <a:spcPts val="0"/>
              </a:spcAft>
              <a:buSzPts val="2400"/>
              <a:buChar char="■"/>
              <a:defRPr sz="2400"/>
            </a:lvl9pPr>
          </a:lstStyle>
          <a:p>
            <a:endParaRPr/>
          </a:p>
        </p:txBody>
      </p:sp>
      <p:sp>
        <p:nvSpPr>
          <p:cNvPr id="31" name="Google Shape;31;p17"/>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18"/>
          <p:cNvSpPr txBox="1">
            <a:spLocks noGrp="1"/>
          </p:cNvSpPr>
          <p:nvPr>
            <p:ph type="title"/>
          </p:nvPr>
        </p:nvSpPr>
        <p:spPr>
          <a:xfrm>
            <a:off x="980500" y="900300"/>
            <a:ext cx="12735600" cy="8181600"/>
          </a:xfrm>
          <a:prstGeom prst="rect">
            <a:avLst/>
          </a:prstGeom>
          <a:noFill/>
          <a:ln>
            <a:noFill/>
          </a:ln>
        </p:spPr>
        <p:txBody>
          <a:bodyPr spcFirstLastPara="1" wrap="square" lIns="182850" tIns="182850" rIns="182850" bIns="182850" anchor="ctr" anchorCtr="0">
            <a:normAutofit/>
          </a:bodyPr>
          <a:lstStyle>
            <a:lvl1pPr lvl="0" algn="l">
              <a:lnSpc>
                <a:spcPct val="100000"/>
              </a:lnSpc>
              <a:spcBef>
                <a:spcPts val="0"/>
              </a:spcBef>
              <a:spcAft>
                <a:spcPts val="0"/>
              </a:spcAft>
              <a:buSzPts val="9600"/>
              <a:buNone/>
              <a:defRPr sz="9600"/>
            </a:lvl1pPr>
            <a:lvl2pPr lvl="1" algn="l">
              <a:lnSpc>
                <a:spcPct val="100000"/>
              </a:lnSpc>
              <a:spcBef>
                <a:spcPts val="0"/>
              </a:spcBef>
              <a:spcAft>
                <a:spcPts val="0"/>
              </a:spcAft>
              <a:buSzPts val="9600"/>
              <a:buNone/>
              <a:defRPr sz="9600"/>
            </a:lvl2pPr>
            <a:lvl3pPr lvl="2" algn="l">
              <a:lnSpc>
                <a:spcPct val="100000"/>
              </a:lnSpc>
              <a:spcBef>
                <a:spcPts val="0"/>
              </a:spcBef>
              <a:spcAft>
                <a:spcPts val="0"/>
              </a:spcAft>
              <a:buSzPts val="9600"/>
              <a:buNone/>
              <a:defRPr sz="9600"/>
            </a:lvl3pPr>
            <a:lvl4pPr lvl="3" algn="l">
              <a:lnSpc>
                <a:spcPct val="100000"/>
              </a:lnSpc>
              <a:spcBef>
                <a:spcPts val="0"/>
              </a:spcBef>
              <a:spcAft>
                <a:spcPts val="0"/>
              </a:spcAft>
              <a:buSzPts val="9600"/>
              <a:buNone/>
              <a:defRPr sz="9600"/>
            </a:lvl4pPr>
            <a:lvl5pPr lvl="4" algn="l">
              <a:lnSpc>
                <a:spcPct val="100000"/>
              </a:lnSpc>
              <a:spcBef>
                <a:spcPts val="0"/>
              </a:spcBef>
              <a:spcAft>
                <a:spcPts val="0"/>
              </a:spcAft>
              <a:buSzPts val="9600"/>
              <a:buNone/>
              <a:defRPr sz="9600"/>
            </a:lvl5pPr>
            <a:lvl6pPr lvl="5" algn="l">
              <a:lnSpc>
                <a:spcPct val="100000"/>
              </a:lnSpc>
              <a:spcBef>
                <a:spcPts val="0"/>
              </a:spcBef>
              <a:spcAft>
                <a:spcPts val="0"/>
              </a:spcAft>
              <a:buSzPts val="9600"/>
              <a:buNone/>
              <a:defRPr sz="9600"/>
            </a:lvl6pPr>
            <a:lvl7pPr lvl="6" algn="l">
              <a:lnSpc>
                <a:spcPct val="100000"/>
              </a:lnSpc>
              <a:spcBef>
                <a:spcPts val="0"/>
              </a:spcBef>
              <a:spcAft>
                <a:spcPts val="0"/>
              </a:spcAft>
              <a:buSzPts val="9600"/>
              <a:buNone/>
              <a:defRPr sz="9600"/>
            </a:lvl7pPr>
            <a:lvl8pPr lvl="7" algn="l">
              <a:lnSpc>
                <a:spcPct val="100000"/>
              </a:lnSpc>
              <a:spcBef>
                <a:spcPts val="0"/>
              </a:spcBef>
              <a:spcAft>
                <a:spcPts val="0"/>
              </a:spcAft>
              <a:buSzPts val="9600"/>
              <a:buNone/>
              <a:defRPr sz="9600"/>
            </a:lvl8pPr>
            <a:lvl9pPr lvl="8" algn="l">
              <a:lnSpc>
                <a:spcPct val="100000"/>
              </a:lnSpc>
              <a:spcBef>
                <a:spcPts val="0"/>
              </a:spcBef>
              <a:spcAft>
                <a:spcPts val="0"/>
              </a:spcAft>
              <a:buSzPts val="9600"/>
              <a:buNone/>
              <a:defRPr sz="9600"/>
            </a:lvl9pPr>
          </a:lstStyle>
          <a:p>
            <a:endParaRPr/>
          </a:p>
        </p:txBody>
      </p:sp>
      <p:sp>
        <p:nvSpPr>
          <p:cNvPr id="34" name="Google Shape;34;p18"/>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19"/>
          <p:cNvSpPr/>
          <p:nvPr/>
        </p:nvSpPr>
        <p:spPr>
          <a:xfrm>
            <a:off x="9144000" y="-250"/>
            <a:ext cx="9144000" cy="10287000"/>
          </a:xfrm>
          <a:prstGeom prst="rect">
            <a:avLst/>
          </a:prstGeom>
          <a:solidFill>
            <a:schemeClr val="lt2"/>
          </a:solidFill>
          <a:ln>
            <a:noFill/>
          </a:ln>
        </p:spPr>
        <p:txBody>
          <a:bodyPr spcFirstLastPara="1" wrap="square" lIns="182850" tIns="182850" rIns="182850" bIns="1828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19"/>
          <p:cNvSpPr txBox="1">
            <a:spLocks noGrp="1"/>
          </p:cNvSpPr>
          <p:nvPr>
            <p:ph type="title"/>
          </p:nvPr>
        </p:nvSpPr>
        <p:spPr>
          <a:xfrm>
            <a:off x="531000" y="2466350"/>
            <a:ext cx="8090400" cy="2964600"/>
          </a:xfrm>
          <a:prstGeom prst="rect">
            <a:avLst/>
          </a:prstGeom>
          <a:noFill/>
          <a:ln>
            <a:noFill/>
          </a:ln>
        </p:spPr>
        <p:txBody>
          <a:bodyPr spcFirstLastPara="1" wrap="square" lIns="182850" tIns="182850" rIns="182850" bIns="182850" anchor="b" anchorCtr="0">
            <a:normAutofit/>
          </a:bodyPr>
          <a:lstStyle>
            <a:lvl1pPr lvl="0" algn="ctr">
              <a:lnSpc>
                <a:spcPct val="100000"/>
              </a:lnSpc>
              <a:spcBef>
                <a:spcPts val="0"/>
              </a:spcBef>
              <a:spcAft>
                <a:spcPts val="0"/>
              </a:spcAft>
              <a:buSzPts val="8400"/>
              <a:buNone/>
              <a:defRPr sz="8400"/>
            </a:lvl1pPr>
            <a:lvl2pPr lvl="1" algn="ctr">
              <a:lnSpc>
                <a:spcPct val="100000"/>
              </a:lnSpc>
              <a:spcBef>
                <a:spcPts val="0"/>
              </a:spcBef>
              <a:spcAft>
                <a:spcPts val="0"/>
              </a:spcAft>
              <a:buSzPts val="8400"/>
              <a:buNone/>
              <a:defRPr sz="8400"/>
            </a:lvl2pPr>
            <a:lvl3pPr lvl="2" algn="ctr">
              <a:lnSpc>
                <a:spcPct val="100000"/>
              </a:lnSpc>
              <a:spcBef>
                <a:spcPts val="0"/>
              </a:spcBef>
              <a:spcAft>
                <a:spcPts val="0"/>
              </a:spcAft>
              <a:buSzPts val="8400"/>
              <a:buNone/>
              <a:defRPr sz="8400"/>
            </a:lvl3pPr>
            <a:lvl4pPr lvl="3" algn="ctr">
              <a:lnSpc>
                <a:spcPct val="100000"/>
              </a:lnSpc>
              <a:spcBef>
                <a:spcPts val="0"/>
              </a:spcBef>
              <a:spcAft>
                <a:spcPts val="0"/>
              </a:spcAft>
              <a:buSzPts val="8400"/>
              <a:buNone/>
              <a:defRPr sz="8400"/>
            </a:lvl4pPr>
            <a:lvl5pPr lvl="4" algn="ctr">
              <a:lnSpc>
                <a:spcPct val="100000"/>
              </a:lnSpc>
              <a:spcBef>
                <a:spcPts val="0"/>
              </a:spcBef>
              <a:spcAft>
                <a:spcPts val="0"/>
              </a:spcAft>
              <a:buSzPts val="8400"/>
              <a:buNone/>
              <a:defRPr sz="8400"/>
            </a:lvl5pPr>
            <a:lvl6pPr lvl="5" algn="ctr">
              <a:lnSpc>
                <a:spcPct val="100000"/>
              </a:lnSpc>
              <a:spcBef>
                <a:spcPts val="0"/>
              </a:spcBef>
              <a:spcAft>
                <a:spcPts val="0"/>
              </a:spcAft>
              <a:buSzPts val="8400"/>
              <a:buNone/>
              <a:defRPr sz="8400"/>
            </a:lvl6pPr>
            <a:lvl7pPr lvl="6" algn="ctr">
              <a:lnSpc>
                <a:spcPct val="100000"/>
              </a:lnSpc>
              <a:spcBef>
                <a:spcPts val="0"/>
              </a:spcBef>
              <a:spcAft>
                <a:spcPts val="0"/>
              </a:spcAft>
              <a:buSzPts val="8400"/>
              <a:buNone/>
              <a:defRPr sz="8400"/>
            </a:lvl7pPr>
            <a:lvl8pPr lvl="7" algn="ctr">
              <a:lnSpc>
                <a:spcPct val="100000"/>
              </a:lnSpc>
              <a:spcBef>
                <a:spcPts val="0"/>
              </a:spcBef>
              <a:spcAft>
                <a:spcPts val="0"/>
              </a:spcAft>
              <a:buSzPts val="8400"/>
              <a:buNone/>
              <a:defRPr sz="8400"/>
            </a:lvl8pPr>
            <a:lvl9pPr lvl="8" algn="ctr">
              <a:lnSpc>
                <a:spcPct val="100000"/>
              </a:lnSpc>
              <a:spcBef>
                <a:spcPts val="0"/>
              </a:spcBef>
              <a:spcAft>
                <a:spcPts val="0"/>
              </a:spcAft>
              <a:buSzPts val="8400"/>
              <a:buNone/>
              <a:defRPr sz="8400"/>
            </a:lvl9pPr>
          </a:lstStyle>
          <a:p>
            <a:endParaRPr/>
          </a:p>
        </p:txBody>
      </p:sp>
      <p:sp>
        <p:nvSpPr>
          <p:cNvPr id="38" name="Google Shape;38;p19"/>
          <p:cNvSpPr txBox="1">
            <a:spLocks noGrp="1"/>
          </p:cNvSpPr>
          <p:nvPr>
            <p:ph type="subTitle" idx="1"/>
          </p:nvPr>
        </p:nvSpPr>
        <p:spPr>
          <a:xfrm>
            <a:off x="531000" y="5606150"/>
            <a:ext cx="8090400" cy="2470200"/>
          </a:xfrm>
          <a:prstGeom prst="rect">
            <a:avLst/>
          </a:prstGeom>
          <a:noFill/>
          <a:ln>
            <a:noFill/>
          </a:ln>
        </p:spPr>
        <p:txBody>
          <a:bodyPr spcFirstLastPara="1" wrap="square" lIns="182850" tIns="182850" rIns="182850" bIns="182850" anchor="t"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9" name="Google Shape;39;p19"/>
          <p:cNvSpPr txBox="1">
            <a:spLocks noGrp="1"/>
          </p:cNvSpPr>
          <p:nvPr>
            <p:ph type="body" idx="2"/>
          </p:nvPr>
        </p:nvSpPr>
        <p:spPr>
          <a:xfrm>
            <a:off x="9879000" y="1448150"/>
            <a:ext cx="7674000" cy="7390200"/>
          </a:xfrm>
          <a:prstGeom prst="rect">
            <a:avLst/>
          </a:prstGeom>
          <a:noFill/>
          <a:ln>
            <a:noFill/>
          </a:ln>
        </p:spPr>
        <p:txBody>
          <a:bodyPr spcFirstLastPara="1" wrap="square" lIns="182850" tIns="182850" rIns="182850" bIns="182850" anchor="ctr" anchorCtr="0">
            <a:normAutofit/>
          </a:bodyPr>
          <a:lstStyle>
            <a:lvl1pPr marL="457200" lvl="0" indent="-457200" algn="l">
              <a:lnSpc>
                <a:spcPct val="115000"/>
              </a:lnSpc>
              <a:spcBef>
                <a:spcPts val="0"/>
              </a:spcBef>
              <a:spcAft>
                <a:spcPts val="0"/>
              </a:spcAft>
              <a:buSzPts val="3600"/>
              <a:buChar char="●"/>
              <a:defRPr/>
            </a:lvl1pPr>
            <a:lvl2pPr marL="914400" lvl="1" indent="-406400" algn="l">
              <a:lnSpc>
                <a:spcPct val="115000"/>
              </a:lnSpc>
              <a:spcBef>
                <a:spcPts val="0"/>
              </a:spcBef>
              <a:spcAft>
                <a:spcPts val="0"/>
              </a:spcAft>
              <a:buSzPts val="2800"/>
              <a:buChar char="○"/>
              <a:defRPr/>
            </a:lvl2pPr>
            <a:lvl3pPr marL="1371600" lvl="2" indent="-406400" algn="l">
              <a:lnSpc>
                <a:spcPct val="115000"/>
              </a:lnSpc>
              <a:spcBef>
                <a:spcPts val="0"/>
              </a:spcBef>
              <a:spcAft>
                <a:spcPts val="0"/>
              </a:spcAft>
              <a:buSzPts val="2800"/>
              <a:buChar char="■"/>
              <a:defRPr/>
            </a:lvl3pPr>
            <a:lvl4pPr marL="1828800" lvl="3" indent="-406400" algn="l">
              <a:lnSpc>
                <a:spcPct val="115000"/>
              </a:lnSpc>
              <a:spcBef>
                <a:spcPts val="0"/>
              </a:spcBef>
              <a:spcAft>
                <a:spcPts val="0"/>
              </a:spcAft>
              <a:buSzPts val="2800"/>
              <a:buChar char="●"/>
              <a:defRPr/>
            </a:lvl4pPr>
            <a:lvl5pPr marL="2286000" lvl="4" indent="-406400" algn="l">
              <a:lnSpc>
                <a:spcPct val="115000"/>
              </a:lnSpc>
              <a:spcBef>
                <a:spcPts val="0"/>
              </a:spcBef>
              <a:spcAft>
                <a:spcPts val="0"/>
              </a:spcAft>
              <a:buSzPts val="2800"/>
              <a:buChar char="○"/>
              <a:defRPr/>
            </a:lvl5pPr>
            <a:lvl6pPr marL="2743200" lvl="5" indent="-406400" algn="l">
              <a:lnSpc>
                <a:spcPct val="115000"/>
              </a:lnSpc>
              <a:spcBef>
                <a:spcPts val="0"/>
              </a:spcBef>
              <a:spcAft>
                <a:spcPts val="0"/>
              </a:spcAft>
              <a:buSzPts val="2800"/>
              <a:buChar char="■"/>
              <a:defRPr/>
            </a:lvl6pPr>
            <a:lvl7pPr marL="3200400" lvl="6" indent="-406400" algn="l">
              <a:lnSpc>
                <a:spcPct val="115000"/>
              </a:lnSpc>
              <a:spcBef>
                <a:spcPts val="0"/>
              </a:spcBef>
              <a:spcAft>
                <a:spcPts val="0"/>
              </a:spcAft>
              <a:buSzPts val="2800"/>
              <a:buChar char="●"/>
              <a:defRPr/>
            </a:lvl7pPr>
            <a:lvl8pPr marL="3657600" lvl="7" indent="-406400" algn="l">
              <a:lnSpc>
                <a:spcPct val="115000"/>
              </a:lnSpc>
              <a:spcBef>
                <a:spcPts val="0"/>
              </a:spcBef>
              <a:spcAft>
                <a:spcPts val="0"/>
              </a:spcAft>
              <a:buSzPts val="2800"/>
              <a:buChar char="○"/>
              <a:defRPr/>
            </a:lvl8pPr>
            <a:lvl9pPr marL="4114800" lvl="8" indent="-406400" algn="l">
              <a:lnSpc>
                <a:spcPct val="115000"/>
              </a:lnSpc>
              <a:spcBef>
                <a:spcPts val="0"/>
              </a:spcBef>
              <a:spcAft>
                <a:spcPts val="0"/>
              </a:spcAft>
              <a:buSzPts val="2800"/>
              <a:buChar char="■"/>
              <a:defRPr/>
            </a:lvl9pPr>
          </a:lstStyle>
          <a:p>
            <a:endParaRPr/>
          </a:p>
        </p:txBody>
      </p:sp>
      <p:sp>
        <p:nvSpPr>
          <p:cNvPr id="40" name="Google Shape;40;p19"/>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20"/>
          <p:cNvSpPr txBox="1">
            <a:spLocks noGrp="1"/>
          </p:cNvSpPr>
          <p:nvPr>
            <p:ph type="body" idx="1"/>
          </p:nvPr>
        </p:nvSpPr>
        <p:spPr>
          <a:xfrm>
            <a:off x="623400" y="8461150"/>
            <a:ext cx="11997600" cy="1210200"/>
          </a:xfrm>
          <a:prstGeom prst="rect">
            <a:avLst/>
          </a:prstGeom>
          <a:noFill/>
          <a:ln>
            <a:noFill/>
          </a:ln>
        </p:spPr>
        <p:txBody>
          <a:bodyPr spcFirstLastPara="1" wrap="square" lIns="182850" tIns="182850" rIns="182850" bIns="182850" anchor="ctr" anchorCtr="0">
            <a:normAutofit/>
          </a:bodyPr>
          <a:lstStyle>
            <a:lvl1pPr marL="457200" lvl="0" indent="-228600" algn="l">
              <a:lnSpc>
                <a:spcPct val="100000"/>
              </a:lnSpc>
              <a:spcBef>
                <a:spcPts val="0"/>
              </a:spcBef>
              <a:spcAft>
                <a:spcPts val="0"/>
              </a:spcAft>
              <a:buSzPts val="3600"/>
              <a:buNone/>
              <a:defRPr/>
            </a:lvl1pPr>
          </a:lstStyle>
          <a:p>
            <a:endParaRPr/>
          </a:p>
        </p:txBody>
      </p:sp>
      <p:sp>
        <p:nvSpPr>
          <p:cNvPr id="43" name="Google Shape;43;p20"/>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21"/>
          <p:cNvSpPr txBox="1">
            <a:spLocks noGrp="1"/>
          </p:cNvSpPr>
          <p:nvPr>
            <p:ph type="title" hasCustomPrompt="1"/>
          </p:nvPr>
        </p:nvSpPr>
        <p:spPr>
          <a:xfrm>
            <a:off x="623400" y="2212250"/>
            <a:ext cx="17041200" cy="3927000"/>
          </a:xfrm>
          <a:prstGeom prst="rect">
            <a:avLst/>
          </a:prstGeom>
          <a:noFill/>
          <a:ln>
            <a:noFill/>
          </a:ln>
        </p:spPr>
        <p:txBody>
          <a:bodyPr spcFirstLastPara="1" wrap="square" lIns="182850" tIns="182850" rIns="182850" bIns="182850" anchor="b" anchorCtr="0">
            <a:normAutofit/>
          </a:bodyPr>
          <a:lstStyle>
            <a:lvl1pPr lvl="0" algn="ctr">
              <a:lnSpc>
                <a:spcPct val="100000"/>
              </a:lnSpc>
              <a:spcBef>
                <a:spcPts val="0"/>
              </a:spcBef>
              <a:spcAft>
                <a:spcPts val="0"/>
              </a:spcAft>
              <a:buSzPts val="24000"/>
              <a:buNone/>
              <a:defRPr sz="24000"/>
            </a:lvl1pPr>
            <a:lvl2pPr lvl="1" algn="ctr">
              <a:lnSpc>
                <a:spcPct val="100000"/>
              </a:lnSpc>
              <a:spcBef>
                <a:spcPts val="0"/>
              </a:spcBef>
              <a:spcAft>
                <a:spcPts val="0"/>
              </a:spcAft>
              <a:buSzPts val="24000"/>
              <a:buNone/>
              <a:defRPr sz="24000"/>
            </a:lvl2pPr>
            <a:lvl3pPr lvl="2" algn="ctr">
              <a:lnSpc>
                <a:spcPct val="100000"/>
              </a:lnSpc>
              <a:spcBef>
                <a:spcPts val="0"/>
              </a:spcBef>
              <a:spcAft>
                <a:spcPts val="0"/>
              </a:spcAft>
              <a:buSzPts val="24000"/>
              <a:buNone/>
              <a:defRPr sz="24000"/>
            </a:lvl3pPr>
            <a:lvl4pPr lvl="3" algn="ctr">
              <a:lnSpc>
                <a:spcPct val="100000"/>
              </a:lnSpc>
              <a:spcBef>
                <a:spcPts val="0"/>
              </a:spcBef>
              <a:spcAft>
                <a:spcPts val="0"/>
              </a:spcAft>
              <a:buSzPts val="24000"/>
              <a:buNone/>
              <a:defRPr sz="24000"/>
            </a:lvl4pPr>
            <a:lvl5pPr lvl="4" algn="ctr">
              <a:lnSpc>
                <a:spcPct val="100000"/>
              </a:lnSpc>
              <a:spcBef>
                <a:spcPts val="0"/>
              </a:spcBef>
              <a:spcAft>
                <a:spcPts val="0"/>
              </a:spcAft>
              <a:buSzPts val="24000"/>
              <a:buNone/>
              <a:defRPr sz="24000"/>
            </a:lvl5pPr>
            <a:lvl6pPr lvl="5" algn="ctr">
              <a:lnSpc>
                <a:spcPct val="100000"/>
              </a:lnSpc>
              <a:spcBef>
                <a:spcPts val="0"/>
              </a:spcBef>
              <a:spcAft>
                <a:spcPts val="0"/>
              </a:spcAft>
              <a:buSzPts val="24000"/>
              <a:buNone/>
              <a:defRPr sz="24000"/>
            </a:lvl6pPr>
            <a:lvl7pPr lvl="6" algn="ctr">
              <a:lnSpc>
                <a:spcPct val="100000"/>
              </a:lnSpc>
              <a:spcBef>
                <a:spcPts val="0"/>
              </a:spcBef>
              <a:spcAft>
                <a:spcPts val="0"/>
              </a:spcAft>
              <a:buSzPts val="24000"/>
              <a:buNone/>
              <a:defRPr sz="24000"/>
            </a:lvl7pPr>
            <a:lvl8pPr lvl="7" algn="ctr">
              <a:lnSpc>
                <a:spcPct val="100000"/>
              </a:lnSpc>
              <a:spcBef>
                <a:spcPts val="0"/>
              </a:spcBef>
              <a:spcAft>
                <a:spcPts val="0"/>
              </a:spcAft>
              <a:buSzPts val="24000"/>
              <a:buNone/>
              <a:defRPr sz="24000"/>
            </a:lvl8pPr>
            <a:lvl9pPr lvl="8" algn="ctr">
              <a:lnSpc>
                <a:spcPct val="100000"/>
              </a:lnSpc>
              <a:spcBef>
                <a:spcPts val="0"/>
              </a:spcBef>
              <a:spcAft>
                <a:spcPts val="0"/>
              </a:spcAft>
              <a:buSzPts val="24000"/>
              <a:buNone/>
              <a:defRPr sz="24000"/>
            </a:lvl9pPr>
          </a:lstStyle>
          <a:p>
            <a:r>
              <a:t>xx%</a:t>
            </a:r>
          </a:p>
        </p:txBody>
      </p:sp>
      <p:sp>
        <p:nvSpPr>
          <p:cNvPr id="46" name="Google Shape;46;p21"/>
          <p:cNvSpPr txBox="1">
            <a:spLocks noGrp="1"/>
          </p:cNvSpPr>
          <p:nvPr>
            <p:ph type="body" idx="1"/>
          </p:nvPr>
        </p:nvSpPr>
        <p:spPr>
          <a:xfrm>
            <a:off x="623400" y="6304450"/>
            <a:ext cx="17041200" cy="2601600"/>
          </a:xfrm>
          <a:prstGeom prst="rect">
            <a:avLst/>
          </a:prstGeom>
          <a:noFill/>
          <a:ln>
            <a:noFill/>
          </a:ln>
        </p:spPr>
        <p:txBody>
          <a:bodyPr spcFirstLastPara="1" wrap="square" lIns="182850" tIns="182850" rIns="182850" bIns="182850" anchor="t" anchorCtr="0">
            <a:normAutofit/>
          </a:bodyPr>
          <a:lstStyle>
            <a:lvl1pPr marL="457200" lvl="0" indent="-457200" algn="ctr">
              <a:lnSpc>
                <a:spcPct val="115000"/>
              </a:lnSpc>
              <a:spcBef>
                <a:spcPts val="0"/>
              </a:spcBef>
              <a:spcAft>
                <a:spcPts val="0"/>
              </a:spcAft>
              <a:buSzPts val="3600"/>
              <a:buChar char="●"/>
              <a:defRPr/>
            </a:lvl1pPr>
            <a:lvl2pPr marL="914400" lvl="1" indent="-406400" algn="ctr">
              <a:lnSpc>
                <a:spcPct val="115000"/>
              </a:lnSpc>
              <a:spcBef>
                <a:spcPts val="0"/>
              </a:spcBef>
              <a:spcAft>
                <a:spcPts val="0"/>
              </a:spcAft>
              <a:buSzPts val="2800"/>
              <a:buChar char="○"/>
              <a:defRPr/>
            </a:lvl2pPr>
            <a:lvl3pPr marL="1371600" lvl="2" indent="-406400" algn="ctr">
              <a:lnSpc>
                <a:spcPct val="115000"/>
              </a:lnSpc>
              <a:spcBef>
                <a:spcPts val="0"/>
              </a:spcBef>
              <a:spcAft>
                <a:spcPts val="0"/>
              </a:spcAft>
              <a:buSzPts val="2800"/>
              <a:buChar char="■"/>
              <a:defRPr/>
            </a:lvl3pPr>
            <a:lvl4pPr marL="1828800" lvl="3" indent="-406400" algn="ctr">
              <a:lnSpc>
                <a:spcPct val="115000"/>
              </a:lnSpc>
              <a:spcBef>
                <a:spcPts val="0"/>
              </a:spcBef>
              <a:spcAft>
                <a:spcPts val="0"/>
              </a:spcAft>
              <a:buSzPts val="2800"/>
              <a:buChar char="●"/>
              <a:defRPr/>
            </a:lvl4pPr>
            <a:lvl5pPr marL="2286000" lvl="4" indent="-406400" algn="ctr">
              <a:lnSpc>
                <a:spcPct val="115000"/>
              </a:lnSpc>
              <a:spcBef>
                <a:spcPts val="0"/>
              </a:spcBef>
              <a:spcAft>
                <a:spcPts val="0"/>
              </a:spcAft>
              <a:buSzPts val="2800"/>
              <a:buChar char="○"/>
              <a:defRPr/>
            </a:lvl5pPr>
            <a:lvl6pPr marL="2743200" lvl="5" indent="-406400" algn="ctr">
              <a:lnSpc>
                <a:spcPct val="115000"/>
              </a:lnSpc>
              <a:spcBef>
                <a:spcPts val="0"/>
              </a:spcBef>
              <a:spcAft>
                <a:spcPts val="0"/>
              </a:spcAft>
              <a:buSzPts val="2800"/>
              <a:buChar char="■"/>
              <a:defRPr/>
            </a:lvl6pPr>
            <a:lvl7pPr marL="3200400" lvl="6" indent="-406400" algn="ctr">
              <a:lnSpc>
                <a:spcPct val="115000"/>
              </a:lnSpc>
              <a:spcBef>
                <a:spcPts val="0"/>
              </a:spcBef>
              <a:spcAft>
                <a:spcPts val="0"/>
              </a:spcAft>
              <a:buSzPts val="2800"/>
              <a:buChar char="●"/>
              <a:defRPr/>
            </a:lvl7pPr>
            <a:lvl8pPr marL="3657600" lvl="7" indent="-406400" algn="ctr">
              <a:lnSpc>
                <a:spcPct val="115000"/>
              </a:lnSpc>
              <a:spcBef>
                <a:spcPts val="0"/>
              </a:spcBef>
              <a:spcAft>
                <a:spcPts val="0"/>
              </a:spcAft>
              <a:buSzPts val="2800"/>
              <a:buChar char="○"/>
              <a:defRPr/>
            </a:lvl8pPr>
            <a:lvl9pPr marL="4114800" lvl="8" indent="-406400" algn="ctr">
              <a:lnSpc>
                <a:spcPct val="115000"/>
              </a:lnSpc>
              <a:spcBef>
                <a:spcPts val="0"/>
              </a:spcBef>
              <a:spcAft>
                <a:spcPts val="0"/>
              </a:spcAft>
              <a:buSzPts val="2800"/>
              <a:buChar char="■"/>
              <a:defRPr/>
            </a:lvl9pPr>
          </a:lstStyle>
          <a:p>
            <a:endParaRPr/>
          </a:p>
        </p:txBody>
      </p:sp>
      <p:sp>
        <p:nvSpPr>
          <p:cNvPr id="47" name="Google Shape;47;p21"/>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22"/>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1"/>
          <p:cNvSpPr txBox="1">
            <a:spLocks noGrp="1"/>
          </p:cNvSpPr>
          <p:nvPr>
            <p:ph type="title"/>
          </p:nvPr>
        </p:nvSpPr>
        <p:spPr>
          <a:xfrm>
            <a:off x="623400" y="890050"/>
            <a:ext cx="17041200" cy="1145400"/>
          </a:xfrm>
          <a:prstGeom prst="rect">
            <a:avLst/>
          </a:prstGeom>
          <a:noFill/>
          <a:ln>
            <a:noFill/>
          </a:ln>
        </p:spPr>
        <p:txBody>
          <a:bodyPr spcFirstLastPara="1" wrap="square" lIns="182850" tIns="182850" rIns="182850" bIns="182850" anchor="t" anchorCtr="0">
            <a:normAutofit/>
          </a:bodyPr>
          <a:lstStyle>
            <a:lvl1pPr marR="0" lvl="0"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5600"/>
              <a:buFont typeface="Arial"/>
              <a:buNone/>
              <a:defRPr sz="5600" b="0" i="0" u="none" strike="noStrike" cap="none">
                <a:solidFill>
                  <a:schemeClr val="dk1"/>
                </a:solidFill>
                <a:latin typeface="Arial"/>
                <a:ea typeface="Arial"/>
                <a:cs typeface="Arial"/>
                <a:sym typeface="Arial"/>
              </a:defRPr>
            </a:lvl9pPr>
          </a:lstStyle>
          <a:p>
            <a:endParaRPr/>
          </a:p>
        </p:txBody>
      </p:sp>
      <p:sp>
        <p:nvSpPr>
          <p:cNvPr id="7" name="Google Shape;7;p11"/>
          <p:cNvSpPr txBox="1">
            <a:spLocks noGrp="1"/>
          </p:cNvSpPr>
          <p:nvPr>
            <p:ph type="body" idx="1"/>
          </p:nvPr>
        </p:nvSpPr>
        <p:spPr>
          <a:xfrm>
            <a:off x="623400" y="2304950"/>
            <a:ext cx="17041200" cy="6832800"/>
          </a:xfrm>
          <a:prstGeom prst="rect">
            <a:avLst/>
          </a:prstGeom>
          <a:noFill/>
          <a:ln>
            <a:noFill/>
          </a:ln>
        </p:spPr>
        <p:txBody>
          <a:bodyPr spcFirstLastPara="1" wrap="square" lIns="182850" tIns="182850" rIns="182850" bIns="182850" anchor="t" anchorCtr="0">
            <a:normAutofit/>
          </a:bodyPr>
          <a:lstStyle>
            <a:lvl1pPr marL="457200" marR="0" lvl="0" indent="-457200" algn="l" rtl="0">
              <a:lnSpc>
                <a:spcPct val="115000"/>
              </a:lnSpc>
              <a:spcBef>
                <a:spcPts val="0"/>
              </a:spcBef>
              <a:spcAft>
                <a:spcPts val="0"/>
              </a:spcAft>
              <a:buClr>
                <a:schemeClr val="dk2"/>
              </a:buClr>
              <a:buSzPts val="3600"/>
              <a:buFont typeface="Arial"/>
              <a:buChar char="●"/>
              <a:defRPr sz="3600" b="0" i="0" u="none" strike="noStrike" cap="none">
                <a:solidFill>
                  <a:schemeClr val="dk2"/>
                </a:solidFill>
                <a:latin typeface="Arial"/>
                <a:ea typeface="Arial"/>
                <a:cs typeface="Arial"/>
                <a:sym typeface="Arial"/>
              </a:defRPr>
            </a:lvl1pPr>
            <a:lvl2pPr marL="914400" marR="0" lvl="1"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2pPr>
            <a:lvl3pPr marL="1371600" marR="0" lvl="2"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3pPr>
            <a:lvl4pPr marL="1828800" marR="0" lvl="3"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4pPr>
            <a:lvl5pPr marL="2286000" marR="0" lvl="4"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5pPr>
            <a:lvl6pPr marL="2743200" marR="0" lvl="5"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6pPr>
            <a:lvl7pPr marL="3200400" marR="0" lvl="6"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7pPr>
            <a:lvl8pPr marL="3657600" marR="0" lvl="7"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8pPr>
            <a:lvl9pPr marL="4114800" marR="0" lvl="8" indent="-406400" algn="l" rtl="0">
              <a:lnSpc>
                <a:spcPct val="115000"/>
              </a:lnSpc>
              <a:spcBef>
                <a:spcPts val="0"/>
              </a:spcBef>
              <a:spcAft>
                <a:spcPts val="0"/>
              </a:spcAft>
              <a:buClr>
                <a:schemeClr val="dk2"/>
              </a:buClr>
              <a:buSzPts val="2800"/>
              <a:buFont typeface="Arial"/>
              <a:buChar char="■"/>
              <a:defRPr sz="2800" b="0" i="0" u="none" strike="noStrike" cap="none">
                <a:solidFill>
                  <a:schemeClr val="dk2"/>
                </a:solidFill>
                <a:latin typeface="Arial"/>
                <a:ea typeface="Arial"/>
                <a:cs typeface="Arial"/>
                <a:sym typeface="Arial"/>
              </a:defRPr>
            </a:lvl9pPr>
          </a:lstStyle>
          <a:p>
            <a:endParaRPr/>
          </a:p>
        </p:txBody>
      </p:sp>
      <p:sp>
        <p:nvSpPr>
          <p:cNvPr id="8" name="Google Shape;8;p11"/>
          <p:cNvSpPr txBox="1">
            <a:spLocks noGrp="1"/>
          </p:cNvSpPr>
          <p:nvPr>
            <p:ph type="sldNum" idx="12"/>
          </p:nvPr>
        </p:nvSpPr>
        <p:spPr>
          <a:xfrm>
            <a:off x="16944916" y="9326434"/>
            <a:ext cx="1097400" cy="787200"/>
          </a:xfrm>
          <a:prstGeom prst="rect">
            <a:avLst/>
          </a:prstGeom>
          <a:noFill/>
          <a:ln>
            <a:noFill/>
          </a:ln>
        </p:spPr>
        <p:txBody>
          <a:bodyPr spcFirstLastPara="1" wrap="square" lIns="182850" tIns="182850" rIns="182850" bIns="182850" anchor="ctr" anchorCtr="0">
            <a:normAutofit/>
          </a:bodyPr>
          <a:lstStyle>
            <a:lvl1pPr marL="0" marR="0" lvl="0"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2000"/>
              <a:buFont typeface="Arial"/>
              <a:buNone/>
              <a:defRPr sz="2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https://plant-aid-client.vercel.app/"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png"/><Relationship Id="rId7" Type="http://schemas.openxmlformats.org/officeDocument/2006/relationships/hyperlink" Target="https://opencv.org/"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www.tensorflow.org/" TargetMode="External"/><Relationship Id="rId5" Type="http://schemas.openxmlformats.org/officeDocument/2006/relationships/hyperlink" Target="https://www.kaggle.com/datasets/vipoooool/new-plant-diseases-datase" TargetMode="External"/><Relationship Id="rId4" Type="http://schemas.openxmlformats.org/officeDocument/2006/relationships/hyperlink" Target="https://www.kaggle.com/datasets/arjuntejaswi/plant-village"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55" name="Google Shape;55;p1"/>
          <p:cNvSpPr txBox="1"/>
          <p:nvPr/>
        </p:nvSpPr>
        <p:spPr>
          <a:xfrm>
            <a:off x="4404900" y="2504875"/>
            <a:ext cx="9478200" cy="800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 sz="4000" b="1" i="0" u="none" strike="noStrike" cap="none" dirty="0">
                <a:solidFill>
                  <a:schemeClr val="dk1"/>
                </a:solidFill>
                <a:latin typeface="Arial"/>
                <a:ea typeface="Arial"/>
                <a:cs typeface="Arial"/>
                <a:sym typeface="Arial"/>
              </a:rPr>
              <a:t>Team Name: </a:t>
            </a:r>
            <a:r>
              <a:rPr lang="en" sz="4000" b="1" i="0" u="none" strike="noStrike" cap="none" dirty="0" smtClean="0">
                <a:solidFill>
                  <a:schemeClr val="dk1"/>
                </a:solidFill>
                <a:latin typeface="Arial"/>
                <a:ea typeface="Arial"/>
                <a:cs typeface="Arial"/>
                <a:sym typeface="Arial"/>
              </a:rPr>
              <a:t>Green Spark</a:t>
            </a:r>
            <a:endParaRPr sz="4000" b="0" i="0" u="none" strike="noStrike" cap="none" dirty="0">
              <a:solidFill>
                <a:srgbClr val="000000"/>
              </a:solidFill>
              <a:latin typeface="Arial"/>
              <a:ea typeface="Arial"/>
              <a:cs typeface="Arial"/>
              <a:sym typeface="Arial"/>
            </a:endParaRPr>
          </a:p>
        </p:txBody>
      </p:sp>
      <p:sp>
        <p:nvSpPr>
          <p:cNvPr id="56" name="Google Shape;56;p1"/>
          <p:cNvSpPr txBox="1"/>
          <p:nvPr/>
        </p:nvSpPr>
        <p:spPr>
          <a:xfrm>
            <a:off x="6435900" y="4804875"/>
            <a:ext cx="5416200" cy="800189"/>
          </a:xfrm>
          <a:prstGeom prst="rect">
            <a:avLst/>
          </a:prstGeom>
          <a:noFill/>
          <a:ln>
            <a:noFill/>
          </a:ln>
        </p:spPr>
        <p:txBody>
          <a:bodyPr spcFirstLastPara="1" wrap="square" lIns="91425" tIns="91425" rIns="91425" bIns="91425" anchor="t" anchorCtr="0">
            <a:spAutoFit/>
          </a:bodyPr>
          <a:lstStyle/>
          <a:p>
            <a:pPr lvl="0" algn="ctr">
              <a:buSzPts val="4000"/>
            </a:pPr>
            <a:r>
              <a:rPr lang="en-US" sz="4000" b="1" dirty="0" smtClean="0">
                <a:solidFill>
                  <a:schemeClr val="dk1"/>
                </a:solidFill>
              </a:rPr>
              <a:t>Maker Fair</a:t>
            </a:r>
            <a:endParaRPr sz="4000" b="0" i="0" u="none" strike="noStrike" cap="none" dirty="0">
              <a:solidFill>
                <a:srgbClr val="000000"/>
              </a:solidFill>
              <a:latin typeface="Arial"/>
              <a:ea typeface="Arial"/>
              <a:cs typeface="Arial"/>
              <a:sym typeface="Arial"/>
            </a:endParaRPr>
          </a:p>
        </p:txBody>
      </p:sp>
      <p:sp>
        <p:nvSpPr>
          <p:cNvPr id="57" name="Google Shape;57;p1"/>
          <p:cNvSpPr txBox="1"/>
          <p:nvPr/>
        </p:nvSpPr>
        <p:spPr>
          <a:xfrm>
            <a:off x="5777700" y="5814675"/>
            <a:ext cx="6732600" cy="800400"/>
          </a:xfrm>
          <a:prstGeom prst="rect">
            <a:avLst/>
          </a:prstGeom>
          <a:noFill/>
          <a:ln>
            <a:noFill/>
          </a:ln>
        </p:spPr>
        <p:txBody>
          <a:bodyPr spcFirstLastPara="1" wrap="square" lIns="91425" tIns="91425" rIns="91425" bIns="91425" anchor="t" anchorCtr="0">
            <a:spAutoFit/>
          </a:bodyPr>
          <a:lstStyle/>
          <a:p>
            <a:pPr lvl="0" algn="ctr">
              <a:buSzPts val="4000"/>
            </a:pPr>
            <a:r>
              <a:rPr lang="en-US" sz="4000" b="1" dirty="0" smtClean="0">
                <a:solidFill>
                  <a:schemeClr val="dk1"/>
                </a:solidFill>
              </a:rPr>
              <a:t>SDG </a:t>
            </a:r>
            <a:r>
              <a:rPr lang="en-US" sz="4000" b="1" dirty="0">
                <a:solidFill>
                  <a:schemeClr val="dk1"/>
                </a:solidFill>
              </a:rPr>
              <a:t>2 – Zero </a:t>
            </a:r>
            <a:r>
              <a:rPr lang="en-US" sz="4000" b="1" dirty="0" smtClean="0">
                <a:solidFill>
                  <a:schemeClr val="dk1"/>
                </a:solidFill>
              </a:rPr>
              <a:t>Hunger</a:t>
            </a:r>
            <a:endParaRPr sz="4000" b="0" i="0" u="none" strike="noStrike" cap="none" dirty="0">
              <a:solidFill>
                <a:srgbClr val="000000"/>
              </a:solidFill>
              <a:latin typeface="Arial"/>
              <a:ea typeface="Arial"/>
              <a:cs typeface="Arial"/>
              <a:sym typeface="Arial"/>
            </a:endParaRPr>
          </a:p>
        </p:txBody>
      </p:sp>
      <p:sp>
        <p:nvSpPr>
          <p:cNvPr id="59" name="Google Shape;59;p1"/>
          <p:cNvSpPr txBox="1"/>
          <p:nvPr/>
        </p:nvSpPr>
        <p:spPr>
          <a:xfrm>
            <a:off x="3980100" y="3771900"/>
            <a:ext cx="10327800" cy="800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Clr>
                <a:schemeClr val="dk1"/>
              </a:buClr>
              <a:buSzPts val="4000"/>
              <a:buFont typeface="Arial"/>
              <a:buNone/>
            </a:pPr>
            <a:r>
              <a:rPr lang="en" sz="4000" b="1" dirty="0">
                <a:solidFill>
                  <a:schemeClr val="dk1"/>
                </a:solidFill>
              </a:rPr>
              <a:t>Project Name</a:t>
            </a:r>
            <a:r>
              <a:rPr lang="en" sz="4000" b="1" dirty="0" smtClean="0">
                <a:solidFill>
                  <a:schemeClr val="dk1"/>
                </a:solidFill>
              </a:rPr>
              <a:t>: PlantAid</a:t>
            </a:r>
            <a:endParaRPr dirty="0"/>
          </a:p>
        </p:txBody>
      </p:sp>
      <p:pic>
        <p:nvPicPr>
          <p:cNvPr id="60" name="Google Shape;60;p1"/>
          <p:cNvPicPr preferRelativeResize="0"/>
          <p:nvPr/>
        </p:nvPicPr>
        <p:blipFill>
          <a:blip r:embed="rId4">
            <a:alphaModFix/>
          </a:blip>
          <a:stretch>
            <a:fillRect/>
          </a:stretch>
        </p:blipFill>
        <p:spPr>
          <a:xfrm>
            <a:off x="13555400" y="152400"/>
            <a:ext cx="3612700" cy="1300575"/>
          </a:xfrm>
          <a:prstGeom prst="rect">
            <a:avLst/>
          </a:prstGeom>
          <a:noFill/>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6" name="Google Shape;66;g1e69a032673_0_2"/>
          <p:cNvSpPr txBox="1"/>
          <p:nvPr/>
        </p:nvSpPr>
        <p:spPr>
          <a:xfrm>
            <a:off x="6348449" y="402487"/>
            <a:ext cx="4983900" cy="800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 sz="4000" b="1" dirty="0">
                <a:solidFill>
                  <a:schemeClr val="dk1"/>
                </a:solidFill>
              </a:rPr>
              <a:t>Team Members</a:t>
            </a:r>
            <a:endParaRPr sz="4000" b="1" i="0" u="none" strike="noStrike" cap="none" dirty="0">
              <a:solidFill>
                <a:schemeClr val="dk1"/>
              </a:solidFill>
              <a:latin typeface="Arial"/>
              <a:ea typeface="Arial"/>
              <a:cs typeface="Arial"/>
              <a:sym typeface="Arial"/>
            </a:endParaRPr>
          </a:p>
        </p:txBody>
      </p:sp>
      <p:sp>
        <p:nvSpPr>
          <p:cNvPr id="67" name="Google Shape;67;g1e69a032673_0_2"/>
          <p:cNvSpPr txBox="1"/>
          <p:nvPr/>
        </p:nvSpPr>
        <p:spPr>
          <a:xfrm>
            <a:off x="6435900" y="9433050"/>
            <a:ext cx="7071300" cy="5850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3000"/>
              <a:buFont typeface="Arial"/>
              <a:buNone/>
            </a:pPr>
            <a:r>
              <a:rPr lang="en" sz="2600" b="1">
                <a:solidFill>
                  <a:schemeClr val="dk1"/>
                </a:solidFill>
              </a:rPr>
              <a:t>Acknowledgement Remarks (If Applicable)</a:t>
            </a:r>
            <a:endParaRPr sz="2600" b="0" i="0" u="none" strike="noStrike" cap="none">
              <a:solidFill>
                <a:srgbClr val="000000"/>
              </a:solidFill>
              <a:latin typeface="Arial"/>
              <a:ea typeface="Arial"/>
              <a:cs typeface="Arial"/>
              <a:sym typeface="Arial"/>
            </a:endParaRPr>
          </a:p>
        </p:txBody>
      </p:sp>
      <p:sp>
        <p:nvSpPr>
          <p:cNvPr id="68" name="Google Shape;68;g1e69a032673_0_2"/>
          <p:cNvSpPr txBox="1"/>
          <p:nvPr/>
        </p:nvSpPr>
        <p:spPr>
          <a:xfrm>
            <a:off x="1759400" y="1910450"/>
            <a:ext cx="1673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69" name="Google Shape;69;g1e69a032673_0_2"/>
          <p:cNvSpPr txBox="1"/>
          <p:nvPr/>
        </p:nvSpPr>
        <p:spPr>
          <a:xfrm>
            <a:off x="6652049" y="4855251"/>
            <a:ext cx="4376700" cy="892522"/>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US" sz="1800" b="0" i="0" u="none" strike="noStrike" cap="none" dirty="0" smtClean="0">
                <a:solidFill>
                  <a:srgbClr val="000000"/>
                </a:solidFill>
                <a:latin typeface="Montserrat SemiBold"/>
                <a:ea typeface="Montserrat SemiBold"/>
                <a:cs typeface="Montserrat SemiBold"/>
                <a:sym typeface="Montserrat SemiBold"/>
              </a:rPr>
              <a:t>Md. Nur E Alam Siddiquee</a:t>
            </a:r>
            <a:endParaRPr sz="1800" b="0" i="0" u="none" strike="noStrike" cap="none" dirty="0">
              <a:solidFill>
                <a:srgbClr val="000000"/>
              </a:solidFill>
              <a:latin typeface="Montserrat SemiBold"/>
              <a:ea typeface="Montserrat SemiBold"/>
              <a:cs typeface="Montserrat SemiBold"/>
              <a:sym typeface="Montserrat SemiBold"/>
            </a:endParaRPr>
          </a:p>
          <a:p>
            <a:pPr lvl="0" algn="ctr">
              <a:buSzPts val="1200"/>
            </a:pPr>
            <a:r>
              <a:rPr lang="en-US" dirty="0"/>
              <a:t>Project Lead, AI </a:t>
            </a:r>
            <a:r>
              <a:rPr lang="en-US" dirty="0" smtClean="0"/>
              <a:t>Developer &amp; </a:t>
            </a:r>
            <a:r>
              <a:rPr lang="en-US" dirty="0"/>
              <a:t>Full-Stack Web Developer</a:t>
            </a:r>
            <a:endParaRPr b="0" i="0" u="none" strike="noStrike" cap="none" dirty="0">
              <a:solidFill>
                <a:srgbClr val="000000"/>
              </a:solidFill>
              <a:latin typeface="Montserrat Medium"/>
              <a:ea typeface="Montserrat Medium"/>
              <a:cs typeface="Montserrat Medium"/>
              <a:sym typeface="Montserrat Medium"/>
            </a:endParaRPr>
          </a:p>
        </p:txBody>
      </p:sp>
      <p:pic>
        <p:nvPicPr>
          <p:cNvPr id="74" name="Google Shape;74;g1e69a032673_0_2"/>
          <p:cNvPicPr preferRelativeResize="0"/>
          <p:nvPr/>
        </p:nvPicPr>
        <p:blipFill>
          <a:blip r:embed="rId3">
            <a:extLst>
              <a:ext uri="{28A0092B-C50C-407E-A947-70E740481C1C}">
                <a14:useLocalDpi xmlns:a14="http://schemas.microsoft.com/office/drawing/2010/main" val="0"/>
              </a:ext>
            </a:extLst>
          </a:blip>
          <a:stretch>
            <a:fillRect/>
          </a:stretch>
        </p:blipFill>
        <p:spPr>
          <a:xfrm>
            <a:off x="7347970" y="1685824"/>
            <a:ext cx="2984859" cy="2984859"/>
          </a:xfrm>
          <a:prstGeom prst="ellipse">
            <a:avLst/>
          </a:prstGeom>
          <a:noFill/>
          <a:ln>
            <a:noFill/>
          </a:ln>
          <a:effectLst>
            <a:outerShdw blurRad="85725" dist="19050" dir="7800000" algn="bl" rotWithShape="0">
              <a:srgbClr val="000000">
                <a:alpha val="38820"/>
              </a:srgbClr>
            </a:outerShdw>
          </a:effectLst>
        </p:spPr>
      </p:pic>
      <p:pic>
        <p:nvPicPr>
          <p:cNvPr id="79" name="Google Shape;79;g1e69a032673_0_2"/>
          <p:cNvPicPr preferRelativeResize="0"/>
          <p:nvPr/>
        </p:nvPicPr>
        <p:blipFill>
          <a:blip r:embed="rId4">
            <a:alphaModFix/>
          </a:blip>
          <a:stretch>
            <a:fillRect/>
          </a:stretch>
        </p:blipFill>
        <p:spPr>
          <a:xfrm>
            <a:off x="13555400" y="152400"/>
            <a:ext cx="3612700" cy="1300575"/>
          </a:xfrm>
          <a:prstGeom prst="rect">
            <a:avLst/>
          </a:prstGeom>
          <a:noFill/>
          <a:ln>
            <a:noFill/>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2"/>
          <p:cNvPicPr preferRelativeResize="0"/>
          <p:nvPr/>
        </p:nvPicPr>
        <p:blipFill rotWithShape="1">
          <a:blip r:embed="rId3">
            <a:alphaModFix/>
          </a:blip>
          <a:srcRect/>
          <a:stretch/>
        </p:blipFill>
        <p:spPr>
          <a:xfrm>
            <a:off x="1" y="0"/>
            <a:ext cx="18288000" cy="10287000"/>
          </a:xfrm>
          <a:prstGeom prst="rect">
            <a:avLst/>
          </a:prstGeom>
          <a:noFill/>
          <a:ln>
            <a:noFill/>
          </a:ln>
        </p:spPr>
      </p:pic>
      <p:sp>
        <p:nvSpPr>
          <p:cNvPr id="85" name="Google Shape;85;p2"/>
          <p:cNvSpPr txBox="1"/>
          <p:nvPr/>
        </p:nvSpPr>
        <p:spPr>
          <a:xfrm>
            <a:off x="677025" y="1711350"/>
            <a:ext cx="4983900" cy="8004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4000"/>
              <a:buFont typeface="Arial"/>
              <a:buNone/>
            </a:pPr>
            <a:r>
              <a:rPr lang="en" sz="4000" b="1" i="0" u="none" strike="noStrike" cap="none" dirty="0">
                <a:solidFill>
                  <a:schemeClr val="dk1"/>
                </a:solidFill>
                <a:latin typeface="Arial"/>
                <a:ea typeface="Arial"/>
                <a:cs typeface="Arial"/>
                <a:sym typeface="Arial"/>
              </a:rPr>
              <a:t>Problem Statement:</a:t>
            </a:r>
            <a:endParaRPr sz="4000" b="1" i="0" u="none" strike="noStrike" cap="none" dirty="0">
              <a:solidFill>
                <a:schemeClr val="dk1"/>
              </a:solidFill>
              <a:latin typeface="Arial"/>
              <a:ea typeface="Arial"/>
              <a:cs typeface="Arial"/>
              <a:sym typeface="Arial"/>
            </a:endParaRPr>
          </a:p>
        </p:txBody>
      </p:sp>
      <p:sp>
        <p:nvSpPr>
          <p:cNvPr id="86" name="Google Shape;86;p2"/>
          <p:cNvSpPr txBox="1"/>
          <p:nvPr/>
        </p:nvSpPr>
        <p:spPr>
          <a:xfrm>
            <a:off x="677025" y="2877350"/>
            <a:ext cx="13653300" cy="3770233"/>
          </a:xfrm>
          <a:prstGeom prst="rect">
            <a:avLst/>
          </a:prstGeom>
          <a:noFill/>
          <a:ln>
            <a:noFill/>
          </a:ln>
        </p:spPr>
        <p:txBody>
          <a:bodyPr spcFirstLastPara="1" wrap="square" lIns="91425" tIns="91425" rIns="91425" bIns="91425" anchor="t" anchorCtr="0">
            <a:spAutoFit/>
          </a:bodyPr>
          <a:lstStyle/>
          <a:p>
            <a:pPr marL="457200" lvl="0" indent="-419100" algn="just">
              <a:buClr>
                <a:schemeClr val="dk1"/>
              </a:buClr>
              <a:buSzPts val="3000"/>
              <a:buFont typeface="Arial"/>
              <a:buChar char="●"/>
            </a:pPr>
            <a:r>
              <a:rPr lang="en-US" sz="2900" b="1" dirty="0" smtClean="0">
                <a:solidFill>
                  <a:schemeClr val="dk1"/>
                </a:solidFill>
              </a:rPr>
              <a:t>Agricultural </a:t>
            </a:r>
            <a:r>
              <a:rPr lang="en-US" sz="2900" b="1" dirty="0">
                <a:solidFill>
                  <a:schemeClr val="dk1"/>
                </a:solidFill>
              </a:rPr>
              <a:t>crops are highly vulnerable to diseases that often go undetected at early stages, leading to significant yield loss, food insecurity, and economic hardship for farmers.Traditional disease diagnosis is manual, time-consuming, and often requires expert knowledge, which is not accessible to all farmers, especially in rural areas.There is a critical need for an affordable, accessible, and accurate solution to help farmers identify plant diseases early and take timely action to protect their crops.</a:t>
            </a:r>
            <a:endParaRPr sz="3000" b="1" i="0" u="none" strike="noStrike" cap="none" dirty="0">
              <a:solidFill>
                <a:schemeClr val="dk1"/>
              </a:solidFill>
              <a:latin typeface="Arial"/>
              <a:ea typeface="Arial"/>
              <a:cs typeface="Arial"/>
              <a:sym typeface="Arial"/>
            </a:endParaRPr>
          </a:p>
        </p:txBody>
      </p:sp>
      <p:pic>
        <p:nvPicPr>
          <p:cNvPr id="87" name="Google Shape;87;p2"/>
          <p:cNvPicPr preferRelativeResize="0"/>
          <p:nvPr/>
        </p:nvPicPr>
        <p:blipFill>
          <a:blip r:embed="rId4">
            <a:alphaModFix/>
          </a:blip>
          <a:stretch>
            <a:fillRect/>
          </a:stretch>
        </p:blipFill>
        <p:spPr>
          <a:xfrm>
            <a:off x="13555400" y="152400"/>
            <a:ext cx="3612700" cy="1300575"/>
          </a:xfrm>
          <a:prstGeom prst="rect">
            <a:avLst/>
          </a:prstGeom>
          <a:noFill/>
          <a:ln>
            <a:noFill/>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3"/>
          <p:cNvPicPr preferRelativeResize="0"/>
          <p:nvPr/>
        </p:nvPicPr>
        <p:blipFill rotWithShape="1">
          <a:blip r:embed="rId3">
            <a:alphaModFix/>
          </a:blip>
          <a:srcRect/>
          <a:stretch/>
        </p:blipFill>
        <p:spPr>
          <a:xfrm>
            <a:off x="-1" y="0"/>
            <a:ext cx="18288000" cy="10287000"/>
          </a:xfrm>
          <a:prstGeom prst="rect">
            <a:avLst/>
          </a:prstGeom>
          <a:noFill/>
          <a:ln>
            <a:noFill/>
          </a:ln>
        </p:spPr>
      </p:pic>
      <p:sp>
        <p:nvSpPr>
          <p:cNvPr id="93" name="Google Shape;93;p3"/>
          <p:cNvSpPr txBox="1"/>
          <p:nvPr/>
        </p:nvSpPr>
        <p:spPr>
          <a:xfrm>
            <a:off x="677025" y="1711350"/>
            <a:ext cx="4588800" cy="800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en" sz="4000" b="1" i="0" u="none" strike="noStrike" cap="none">
                <a:solidFill>
                  <a:schemeClr val="dk1"/>
                </a:solidFill>
                <a:latin typeface="Arial"/>
                <a:ea typeface="Arial"/>
                <a:cs typeface="Arial"/>
                <a:sym typeface="Arial"/>
              </a:rPr>
              <a:t>Introduction:</a:t>
            </a:r>
            <a:endParaRPr sz="4000" b="1" i="0" u="none" strike="noStrike" cap="none">
              <a:solidFill>
                <a:schemeClr val="dk1"/>
              </a:solidFill>
              <a:latin typeface="Arial"/>
              <a:ea typeface="Arial"/>
              <a:cs typeface="Arial"/>
              <a:sym typeface="Arial"/>
            </a:endParaRPr>
          </a:p>
        </p:txBody>
      </p:sp>
      <p:sp>
        <p:nvSpPr>
          <p:cNvPr id="94" name="Google Shape;94;p3"/>
          <p:cNvSpPr txBox="1"/>
          <p:nvPr/>
        </p:nvSpPr>
        <p:spPr>
          <a:xfrm>
            <a:off x="677025" y="2877350"/>
            <a:ext cx="13653300" cy="4339619"/>
          </a:xfrm>
          <a:prstGeom prst="rect">
            <a:avLst/>
          </a:prstGeom>
          <a:noFill/>
          <a:ln>
            <a:noFill/>
          </a:ln>
        </p:spPr>
        <p:txBody>
          <a:bodyPr spcFirstLastPara="1" wrap="square" lIns="91425" tIns="91425" rIns="91425" bIns="91425" anchor="t" anchorCtr="0">
            <a:spAutoFit/>
          </a:bodyPr>
          <a:lstStyle/>
          <a:p>
            <a:pPr marL="457200" lvl="0" indent="-419100" algn="just">
              <a:buClr>
                <a:schemeClr val="dk1"/>
              </a:buClr>
              <a:buSzPts val="3000"/>
              <a:buFont typeface="Arial"/>
              <a:buChar char="●"/>
            </a:pPr>
            <a:r>
              <a:rPr lang="en-US" sz="3000" b="1">
                <a:solidFill>
                  <a:schemeClr val="dk1"/>
                </a:solidFill>
              </a:rPr>
              <a:t>PlantAid is an AI-powered solution designed to detect plant diseases using just an image of a leaf. It utilizes a Convolutional Neural Network (CNN) built with TensorFlow to classify diseases with high accuracy.The platform is supported by a user-friendly web interface, enabling farmers and agricultural workers to upload leaf images and receive instant diagnoses—no expert knowledge required.By combining machine learning with accessible technology, PlantAid aims to support sustainable farming, reduce crop loss, and empower farmers with actionable insights.</a:t>
            </a:r>
            <a:endParaRPr sz="3000" b="1" i="0" u="none" strike="noStrike" cap="none" dirty="0">
              <a:solidFill>
                <a:schemeClr val="dk1"/>
              </a:solidFill>
              <a:latin typeface="Arial"/>
              <a:ea typeface="Arial"/>
              <a:cs typeface="Arial"/>
              <a:sym typeface="Arial"/>
            </a:endParaRPr>
          </a:p>
        </p:txBody>
      </p:sp>
      <p:pic>
        <p:nvPicPr>
          <p:cNvPr id="95" name="Google Shape;95;p3"/>
          <p:cNvPicPr preferRelativeResize="0"/>
          <p:nvPr/>
        </p:nvPicPr>
        <p:blipFill>
          <a:blip r:embed="rId4">
            <a:alphaModFix/>
          </a:blip>
          <a:stretch>
            <a:fillRect/>
          </a:stretch>
        </p:blipFill>
        <p:spPr>
          <a:xfrm>
            <a:off x="13555400" y="152400"/>
            <a:ext cx="3612700" cy="1300575"/>
          </a:xfrm>
          <a:prstGeom prst="rect">
            <a:avLst/>
          </a:prstGeom>
          <a:noFill/>
          <a:ln>
            <a:noFill/>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100" name="Google Shape;100;p4"/>
          <p:cNvPicPr preferRelativeResize="0"/>
          <p:nvPr/>
        </p:nvPicPr>
        <p:blipFill rotWithShape="1">
          <a:blip r:embed="rId3">
            <a:alphaModFix/>
          </a:blip>
          <a:srcRect/>
          <a:stretch/>
        </p:blipFill>
        <p:spPr>
          <a:xfrm>
            <a:off x="-1" y="0"/>
            <a:ext cx="18288000" cy="10287000"/>
          </a:xfrm>
          <a:prstGeom prst="rect">
            <a:avLst/>
          </a:prstGeom>
          <a:noFill/>
          <a:ln>
            <a:noFill/>
          </a:ln>
        </p:spPr>
      </p:pic>
      <p:sp>
        <p:nvSpPr>
          <p:cNvPr id="101" name="Google Shape;101;p4"/>
          <p:cNvSpPr txBox="1"/>
          <p:nvPr/>
        </p:nvSpPr>
        <p:spPr>
          <a:xfrm>
            <a:off x="677025" y="1711350"/>
            <a:ext cx="4588800" cy="800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en" sz="4000" b="1" i="0" u="none" strike="noStrike" cap="none">
                <a:solidFill>
                  <a:schemeClr val="dk1"/>
                </a:solidFill>
                <a:latin typeface="Arial"/>
                <a:ea typeface="Arial"/>
                <a:cs typeface="Arial"/>
                <a:sym typeface="Arial"/>
              </a:rPr>
              <a:t>Research Survey:</a:t>
            </a:r>
            <a:endParaRPr sz="4000" b="1" i="0" u="none" strike="noStrike" cap="none">
              <a:solidFill>
                <a:schemeClr val="dk1"/>
              </a:solidFill>
              <a:latin typeface="Arial"/>
              <a:ea typeface="Arial"/>
              <a:cs typeface="Arial"/>
              <a:sym typeface="Arial"/>
            </a:endParaRPr>
          </a:p>
        </p:txBody>
      </p:sp>
      <p:sp>
        <p:nvSpPr>
          <p:cNvPr id="102" name="Google Shape;102;p4"/>
          <p:cNvSpPr txBox="1"/>
          <p:nvPr/>
        </p:nvSpPr>
        <p:spPr>
          <a:xfrm>
            <a:off x="677025" y="2877350"/>
            <a:ext cx="13653300" cy="5786169"/>
          </a:xfrm>
          <a:prstGeom prst="rect">
            <a:avLst/>
          </a:prstGeom>
          <a:noFill/>
          <a:ln>
            <a:noFill/>
          </a:ln>
        </p:spPr>
        <p:txBody>
          <a:bodyPr spcFirstLastPara="1" wrap="square" lIns="91425" tIns="91425" rIns="91425" bIns="91425" anchor="t" anchorCtr="0">
            <a:spAutoFit/>
          </a:bodyPr>
          <a:lstStyle/>
          <a:p>
            <a:pPr marL="457200" lvl="0" indent="-419100" algn="just">
              <a:buClr>
                <a:schemeClr val="dk1"/>
              </a:buClr>
              <a:buSzPts val="3000"/>
              <a:buFont typeface="Arial"/>
              <a:buChar char="●"/>
            </a:pPr>
            <a:r>
              <a:rPr lang="en-US" sz="2800" b="1" dirty="0">
                <a:solidFill>
                  <a:schemeClr val="dk1"/>
                </a:solidFill>
              </a:rPr>
              <a:t>To ensure PlantAid addresses real agricultural needs, a focused research survey was conducted through the following approaches</a:t>
            </a:r>
            <a:r>
              <a:rPr lang="en-US" sz="2800" b="1" dirty="0" smtClean="0">
                <a:solidFill>
                  <a:schemeClr val="dk1"/>
                </a:solidFill>
              </a:rPr>
              <a:t>:</a:t>
            </a:r>
          </a:p>
          <a:p>
            <a:pPr marL="457200" lvl="0" indent="-419100" algn="just">
              <a:buClr>
                <a:schemeClr val="dk1"/>
              </a:buClr>
              <a:buSzPts val="3000"/>
              <a:buFont typeface="Arial"/>
              <a:buChar char="●"/>
            </a:pPr>
            <a:r>
              <a:rPr lang="en-US" sz="2800" b="1" dirty="0" smtClean="0">
                <a:solidFill>
                  <a:schemeClr val="dk1"/>
                </a:solidFill>
              </a:rPr>
              <a:t> </a:t>
            </a:r>
            <a:r>
              <a:rPr lang="en-US" sz="2800" b="1" dirty="0">
                <a:solidFill>
                  <a:schemeClr val="dk1"/>
                </a:solidFill>
              </a:rPr>
              <a:t>Data Collection:Publicly available plant disease image datasets were collected from Kaggle to train the model.Supplementary leaf images were gathered from plants across our university campus to increase dataset diversity</a:t>
            </a:r>
            <a:r>
              <a:rPr lang="en-US" sz="2800" b="1" dirty="0" smtClean="0">
                <a:solidFill>
                  <a:schemeClr val="dk1"/>
                </a:solidFill>
              </a:rPr>
              <a:t>.</a:t>
            </a:r>
          </a:p>
          <a:p>
            <a:pPr marL="457200" lvl="0" indent="-419100" algn="just">
              <a:buClr>
                <a:schemeClr val="dk1"/>
              </a:buClr>
              <a:buSzPts val="3000"/>
              <a:buFont typeface="Arial"/>
              <a:buChar char="●"/>
            </a:pPr>
            <a:r>
              <a:rPr lang="en-US" sz="2800" b="1" dirty="0" smtClean="0">
                <a:solidFill>
                  <a:schemeClr val="dk1"/>
                </a:solidFill>
              </a:rPr>
              <a:t>Field </a:t>
            </a:r>
            <a:r>
              <a:rPr lang="en-US" sz="2800" b="1" dirty="0">
                <a:solidFill>
                  <a:schemeClr val="dk1"/>
                </a:solidFill>
              </a:rPr>
              <a:t>Insights:Conversations were held with local farmers to understand their current challenges in identifying and managing plant diseases.Most farmers lack access to expert diagnosis and depend on experience or trial-and-error, often resulting in delayed treatment and crop damage</a:t>
            </a:r>
            <a:r>
              <a:rPr lang="en-US" sz="2800" b="1" dirty="0" smtClean="0">
                <a:solidFill>
                  <a:schemeClr val="dk1"/>
                </a:solidFill>
              </a:rPr>
              <a:t>.</a:t>
            </a:r>
          </a:p>
          <a:p>
            <a:pPr marL="457200" lvl="0" indent="-419100" algn="just">
              <a:buClr>
                <a:schemeClr val="dk1"/>
              </a:buClr>
              <a:buSzPts val="3000"/>
              <a:buFont typeface="Arial"/>
              <a:buChar char="●"/>
            </a:pPr>
            <a:r>
              <a:rPr lang="en-US" sz="2800" b="1" dirty="0" smtClean="0">
                <a:solidFill>
                  <a:schemeClr val="dk1"/>
                </a:solidFill>
              </a:rPr>
              <a:t>Conclusion:The </a:t>
            </a:r>
            <a:r>
              <a:rPr lang="en-US" sz="2800" b="1" dirty="0">
                <a:solidFill>
                  <a:schemeClr val="dk1"/>
                </a:solidFill>
              </a:rPr>
              <a:t>findings confirmed a strong demand for an automated, easy-to-use, and accessible plant disease detection system, especially in rural and resource-limited settings.</a:t>
            </a:r>
            <a:endParaRPr sz="2800" b="1" i="0" u="none" strike="noStrike" cap="none" dirty="0">
              <a:solidFill>
                <a:schemeClr val="dk1"/>
              </a:solidFill>
              <a:sym typeface="Arial"/>
            </a:endParaRPr>
          </a:p>
        </p:txBody>
      </p:sp>
      <p:pic>
        <p:nvPicPr>
          <p:cNvPr id="103" name="Google Shape;103;p4"/>
          <p:cNvPicPr preferRelativeResize="0"/>
          <p:nvPr/>
        </p:nvPicPr>
        <p:blipFill>
          <a:blip r:embed="rId4">
            <a:alphaModFix/>
          </a:blip>
          <a:stretch>
            <a:fillRect/>
          </a:stretch>
        </p:blipFill>
        <p:spPr>
          <a:xfrm>
            <a:off x="13555400" y="152400"/>
            <a:ext cx="3612700" cy="1300575"/>
          </a:xfrm>
          <a:prstGeom prst="rect">
            <a:avLst/>
          </a:prstGeom>
          <a:noFill/>
          <a:ln>
            <a:noFill/>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pic>
        <p:nvPicPr>
          <p:cNvPr id="108" name="Google Shape;108;p5"/>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109" name="Google Shape;109;p5"/>
          <p:cNvSpPr txBox="1"/>
          <p:nvPr/>
        </p:nvSpPr>
        <p:spPr>
          <a:xfrm>
            <a:off x="677025" y="1711350"/>
            <a:ext cx="4965000" cy="800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4000"/>
              <a:buFont typeface="Arial"/>
              <a:buNone/>
            </a:pPr>
            <a:r>
              <a:rPr lang="en" sz="4000" b="1" i="0" u="none" strike="noStrike" cap="none" dirty="0">
                <a:solidFill>
                  <a:schemeClr val="dk1"/>
                </a:solidFill>
                <a:latin typeface="Arial"/>
                <a:ea typeface="Arial"/>
                <a:cs typeface="Arial"/>
                <a:sym typeface="Arial"/>
              </a:rPr>
              <a:t>Proposed Solution:</a:t>
            </a:r>
            <a:endParaRPr sz="4000" b="1" i="0" u="none" strike="noStrike" cap="none" dirty="0">
              <a:solidFill>
                <a:schemeClr val="dk1"/>
              </a:solidFill>
              <a:latin typeface="Arial"/>
              <a:ea typeface="Arial"/>
              <a:cs typeface="Arial"/>
              <a:sym typeface="Arial"/>
            </a:endParaRPr>
          </a:p>
        </p:txBody>
      </p:sp>
      <p:sp>
        <p:nvSpPr>
          <p:cNvPr id="110" name="Google Shape;110;p5"/>
          <p:cNvSpPr txBox="1"/>
          <p:nvPr/>
        </p:nvSpPr>
        <p:spPr>
          <a:xfrm>
            <a:off x="677025" y="2877350"/>
            <a:ext cx="13653300" cy="3416290"/>
          </a:xfrm>
          <a:prstGeom prst="rect">
            <a:avLst/>
          </a:prstGeom>
          <a:noFill/>
          <a:ln>
            <a:noFill/>
          </a:ln>
        </p:spPr>
        <p:txBody>
          <a:bodyPr spcFirstLastPara="1" wrap="square" lIns="91425" tIns="91425" rIns="91425" bIns="91425" anchor="t" anchorCtr="0">
            <a:spAutoFit/>
          </a:bodyPr>
          <a:lstStyle/>
          <a:p>
            <a:pPr marL="457200" lvl="0" indent="-419100" algn="just">
              <a:buClr>
                <a:schemeClr val="dk1"/>
              </a:buClr>
              <a:buSzPts val="3000"/>
              <a:buFont typeface="Arial"/>
              <a:buChar char="●"/>
            </a:pPr>
            <a:r>
              <a:rPr lang="en-US" sz="3000" b="1" dirty="0">
                <a:solidFill>
                  <a:schemeClr val="dk1"/>
                </a:solidFill>
              </a:rPr>
              <a:t>"PlantAid" uses a Convolutional Neural Network (CNN) model to detect plant diseases by analyzing images of plant leaves. Built with TensorFlow, the system classifies leaf images into healthy or diseased categories, enabling early disease detection. This provides farmers with a fast, accessible tool to prevent crop loss and take timely action. The solution is easy to use, requires no technical expertise, and leverages AI to improve agricultural productivity.</a:t>
            </a:r>
            <a:endParaRPr sz="3000" b="1" i="0" u="none" strike="noStrike" cap="none" dirty="0">
              <a:solidFill>
                <a:schemeClr val="dk1"/>
              </a:solidFill>
              <a:latin typeface="Arial"/>
              <a:ea typeface="Arial"/>
              <a:cs typeface="Arial"/>
              <a:sym typeface="Arial"/>
            </a:endParaRPr>
          </a:p>
        </p:txBody>
      </p:sp>
      <p:pic>
        <p:nvPicPr>
          <p:cNvPr id="111" name="Google Shape;111;p5"/>
          <p:cNvPicPr preferRelativeResize="0"/>
          <p:nvPr/>
        </p:nvPicPr>
        <p:blipFill>
          <a:blip r:embed="rId4">
            <a:alphaModFix/>
          </a:blip>
          <a:stretch>
            <a:fillRect/>
          </a:stretch>
        </p:blipFill>
        <p:spPr>
          <a:xfrm>
            <a:off x="13555400" y="152400"/>
            <a:ext cx="3612700" cy="1300575"/>
          </a:xfrm>
          <a:prstGeom prst="rect">
            <a:avLst/>
          </a:prstGeom>
          <a:noFill/>
          <a:ln>
            <a:noFill/>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6"/>
          <p:cNvPicPr preferRelativeResize="0"/>
          <p:nvPr/>
        </p:nvPicPr>
        <p:blipFill rotWithShape="1">
          <a:blip r:embed="rId3">
            <a:alphaModFix/>
          </a:blip>
          <a:srcRect/>
          <a:stretch/>
        </p:blipFill>
        <p:spPr>
          <a:xfrm>
            <a:off x="1" y="0"/>
            <a:ext cx="18288000" cy="10287000"/>
          </a:xfrm>
          <a:prstGeom prst="rect">
            <a:avLst/>
          </a:prstGeom>
          <a:noFill/>
          <a:ln>
            <a:noFill/>
          </a:ln>
        </p:spPr>
      </p:pic>
      <p:sp>
        <p:nvSpPr>
          <p:cNvPr id="117" name="Google Shape;117;p6"/>
          <p:cNvSpPr txBox="1"/>
          <p:nvPr/>
        </p:nvSpPr>
        <p:spPr>
          <a:xfrm>
            <a:off x="677025" y="1711350"/>
            <a:ext cx="7184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 sz="3600" b="1" dirty="0" smtClean="0">
                <a:solidFill>
                  <a:schemeClr val="dk1"/>
                </a:solidFill>
              </a:rPr>
              <a:t>Prototype</a:t>
            </a:r>
            <a:r>
              <a:rPr lang="en" sz="3600" b="1" i="0" u="none" strike="noStrike" cap="none" dirty="0" smtClean="0">
                <a:solidFill>
                  <a:schemeClr val="dk1"/>
                </a:solidFill>
                <a:latin typeface="Arial"/>
                <a:ea typeface="Arial"/>
                <a:cs typeface="Arial"/>
                <a:sym typeface="Arial"/>
              </a:rPr>
              <a:t>:</a:t>
            </a:r>
            <a:endParaRPr sz="4000" b="1" i="0" u="none" strike="noStrike" cap="none" dirty="0">
              <a:solidFill>
                <a:schemeClr val="dk1"/>
              </a:solidFill>
              <a:latin typeface="Arial"/>
              <a:ea typeface="Arial"/>
              <a:cs typeface="Arial"/>
              <a:sym typeface="Arial"/>
            </a:endParaRPr>
          </a:p>
        </p:txBody>
      </p:sp>
      <p:sp>
        <p:nvSpPr>
          <p:cNvPr id="118" name="Google Shape;118;p6"/>
          <p:cNvSpPr txBox="1"/>
          <p:nvPr/>
        </p:nvSpPr>
        <p:spPr>
          <a:xfrm>
            <a:off x="677025" y="2877350"/>
            <a:ext cx="14854712" cy="6186279"/>
          </a:xfrm>
          <a:prstGeom prst="rect">
            <a:avLst/>
          </a:prstGeom>
          <a:noFill/>
          <a:ln>
            <a:noFill/>
          </a:ln>
        </p:spPr>
        <p:txBody>
          <a:bodyPr spcFirstLastPara="1" wrap="square" lIns="91425" tIns="91425" rIns="91425" bIns="91425" anchor="t" anchorCtr="0">
            <a:spAutoFit/>
          </a:bodyPr>
          <a:lstStyle/>
          <a:p>
            <a:pPr marL="457200" lvl="0" indent="-419100" algn="just">
              <a:buClr>
                <a:schemeClr val="dk1"/>
              </a:buClr>
              <a:buSzPts val="3000"/>
              <a:buChar char="●"/>
            </a:pPr>
            <a:r>
              <a:rPr lang="en-US" sz="3000" b="1" dirty="0">
                <a:solidFill>
                  <a:schemeClr val="dk1"/>
                </a:solidFill>
              </a:rPr>
              <a:t>The "PlantAid" prototype is accessible via the following URL: </a:t>
            </a:r>
            <a:r>
              <a:rPr lang="en-US" sz="3000" b="1" dirty="0">
                <a:solidFill>
                  <a:schemeClr val="dk1"/>
                </a:solidFill>
                <a:hlinkClick r:id="rId4"/>
              </a:rPr>
              <a:t>https://</a:t>
            </a:r>
            <a:r>
              <a:rPr lang="en-US" sz="3000" b="1" dirty="0" smtClean="0">
                <a:solidFill>
                  <a:schemeClr val="dk1"/>
                </a:solidFill>
                <a:hlinkClick r:id="rId4"/>
              </a:rPr>
              <a:t>plant-aid-client.vercel.app</a:t>
            </a:r>
            <a:r>
              <a:rPr lang="en-US" sz="3000" b="1" dirty="0" smtClean="0">
                <a:solidFill>
                  <a:schemeClr val="dk1"/>
                </a:solidFill>
              </a:rPr>
              <a:t> . </a:t>
            </a:r>
            <a:r>
              <a:rPr lang="en-US" sz="3000" b="1" dirty="0">
                <a:solidFill>
                  <a:schemeClr val="dk1"/>
                </a:solidFill>
              </a:rPr>
              <a:t>It allows users to upload images of plant leaves for disease detection. The system uses a TensorFlow-based Convolutional Neural Network (CNN) to analyze the images and return accurate results on whether the plant is healthy or diseased</a:t>
            </a:r>
            <a:r>
              <a:rPr lang="en-US" sz="3000" b="1" dirty="0" smtClean="0">
                <a:solidFill>
                  <a:schemeClr val="dk1"/>
                </a:solidFill>
              </a:rPr>
              <a:t>.</a:t>
            </a:r>
          </a:p>
          <a:p>
            <a:pPr marL="457200" lvl="0" indent="-419100" algn="just">
              <a:buClr>
                <a:schemeClr val="dk1"/>
              </a:buClr>
              <a:buSzPts val="3000"/>
              <a:buChar char="●"/>
            </a:pPr>
            <a:r>
              <a:rPr lang="en-US" sz="3000" b="1" dirty="0" smtClean="0">
                <a:solidFill>
                  <a:schemeClr val="dk1"/>
                </a:solidFill>
              </a:rPr>
              <a:t>Key </a:t>
            </a:r>
            <a:r>
              <a:rPr lang="en-US" sz="3000" b="1" dirty="0">
                <a:solidFill>
                  <a:schemeClr val="dk1"/>
                </a:solidFill>
              </a:rPr>
              <a:t>features of the prototype</a:t>
            </a:r>
            <a:r>
              <a:rPr lang="en-US" sz="3000" b="1" dirty="0" smtClean="0">
                <a:solidFill>
                  <a:schemeClr val="dk1"/>
                </a:solidFill>
              </a:rPr>
              <a:t>:</a:t>
            </a:r>
          </a:p>
          <a:p>
            <a:pPr marL="457200" lvl="0" indent="-419100" algn="just">
              <a:buClr>
                <a:schemeClr val="dk1"/>
              </a:buClr>
              <a:buSzPts val="3000"/>
              <a:buChar char="●"/>
            </a:pPr>
            <a:r>
              <a:rPr lang="en-US" sz="3000" b="1" dirty="0" smtClean="0">
                <a:solidFill>
                  <a:schemeClr val="dk1"/>
                </a:solidFill>
              </a:rPr>
              <a:t>Image </a:t>
            </a:r>
            <a:r>
              <a:rPr lang="en-US" sz="3000" b="1" dirty="0">
                <a:solidFill>
                  <a:schemeClr val="dk1"/>
                </a:solidFill>
              </a:rPr>
              <a:t>Upload: Users can upload leaf images through a simple interface</a:t>
            </a:r>
            <a:r>
              <a:rPr lang="en-US" sz="3000" b="1" dirty="0" smtClean="0">
                <a:solidFill>
                  <a:schemeClr val="dk1"/>
                </a:solidFill>
              </a:rPr>
              <a:t>.</a:t>
            </a:r>
          </a:p>
          <a:p>
            <a:pPr marL="457200" lvl="0" indent="-419100" algn="just">
              <a:buClr>
                <a:schemeClr val="dk1"/>
              </a:buClr>
              <a:buSzPts val="3000"/>
              <a:buChar char="●"/>
            </a:pPr>
            <a:r>
              <a:rPr lang="en-US" sz="3000" b="1" dirty="0" smtClean="0">
                <a:solidFill>
                  <a:schemeClr val="dk1"/>
                </a:solidFill>
              </a:rPr>
              <a:t>Disease </a:t>
            </a:r>
            <a:r>
              <a:rPr lang="en-US" sz="3000" b="1" dirty="0">
                <a:solidFill>
                  <a:schemeClr val="dk1"/>
                </a:solidFill>
              </a:rPr>
              <a:t>Detection: The CNN model processes the image and classifies the plant's condition</a:t>
            </a:r>
            <a:r>
              <a:rPr lang="en-US" sz="3000" b="1" dirty="0" smtClean="0">
                <a:solidFill>
                  <a:schemeClr val="dk1"/>
                </a:solidFill>
              </a:rPr>
              <a:t>.</a:t>
            </a:r>
          </a:p>
          <a:p>
            <a:pPr marL="457200" lvl="0" indent="-419100" algn="just">
              <a:buClr>
                <a:schemeClr val="dk1"/>
              </a:buClr>
              <a:buSzPts val="3000"/>
              <a:buChar char="●"/>
            </a:pPr>
            <a:r>
              <a:rPr lang="en-US" sz="3000" b="1" dirty="0" smtClean="0">
                <a:solidFill>
                  <a:schemeClr val="dk1"/>
                </a:solidFill>
              </a:rPr>
              <a:t>Diagnosis </a:t>
            </a:r>
            <a:r>
              <a:rPr lang="en-US" sz="3000" b="1" dirty="0">
                <a:solidFill>
                  <a:schemeClr val="dk1"/>
                </a:solidFill>
              </a:rPr>
              <a:t>Results: The system displays the detected disease and offers treatment recommendations</a:t>
            </a:r>
            <a:r>
              <a:rPr lang="en-US" sz="3000" b="1" dirty="0" smtClean="0">
                <a:solidFill>
                  <a:schemeClr val="dk1"/>
                </a:solidFill>
              </a:rPr>
              <a:t>.</a:t>
            </a:r>
          </a:p>
          <a:p>
            <a:pPr marL="457200" lvl="0" indent="-419100" algn="just">
              <a:buClr>
                <a:schemeClr val="dk1"/>
              </a:buClr>
              <a:buSzPts val="3000"/>
              <a:buChar char="●"/>
            </a:pPr>
            <a:r>
              <a:rPr lang="en-US" sz="3000" b="1" dirty="0" smtClean="0">
                <a:solidFill>
                  <a:schemeClr val="dk1"/>
                </a:solidFill>
              </a:rPr>
              <a:t>User-Friendly </a:t>
            </a:r>
            <a:r>
              <a:rPr lang="en-US" sz="3000" b="1" dirty="0">
                <a:solidFill>
                  <a:schemeClr val="dk1"/>
                </a:solidFill>
              </a:rPr>
              <a:t>Interface: Designed for easy navigation without any technical expertise required.</a:t>
            </a:r>
            <a:endParaRPr sz="3000" b="1" i="0" u="none" strike="noStrike" cap="none" dirty="0">
              <a:solidFill>
                <a:schemeClr val="dk1"/>
              </a:solidFill>
              <a:latin typeface="Arial"/>
              <a:ea typeface="Arial"/>
              <a:cs typeface="Arial"/>
              <a:sym typeface="Arial"/>
            </a:endParaRPr>
          </a:p>
        </p:txBody>
      </p:sp>
      <p:pic>
        <p:nvPicPr>
          <p:cNvPr id="119" name="Google Shape;119;p6"/>
          <p:cNvPicPr preferRelativeResize="0"/>
          <p:nvPr/>
        </p:nvPicPr>
        <p:blipFill>
          <a:blip r:embed="rId5">
            <a:alphaModFix/>
          </a:blip>
          <a:stretch>
            <a:fillRect/>
          </a:stretch>
        </p:blipFill>
        <p:spPr>
          <a:xfrm>
            <a:off x="13555400" y="152400"/>
            <a:ext cx="3612700" cy="1300575"/>
          </a:xfrm>
          <a:prstGeom prst="rect">
            <a:avLst/>
          </a:prstGeom>
          <a:noFill/>
          <a:ln>
            <a:noFill/>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pic>
        <p:nvPicPr>
          <p:cNvPr id="124" name="Google Shape;124;p7"/>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125" name="Google Shape;125;p7"/>
          <p:cNvSpPr txBox="1"/>
          <p:nvPr/>
        </p:nvSpPr>
        <p:spPr>
          <a:xfrm>
            <a:off x="677025" y="1711350"/>
            <a:ext cx="7184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 sz="3600" b="1" i="0" u="none" strike="noStrike" cap="none" dirty="0">
                <a:solidFill>
                  <a:schemeClr val="dk1"/>
                </a:solidFill>
                <a:latin typeface="Arial"/>
                <a:ea typeface="Arial"/>
                <a:cs typeface="Arial"/>
                <a:sym typeface="Arial"/>
              </a:rPr>
              <a:t>Advantages &amp; Disadvantages:</a:t>
            </a:r>
            <a:endParaRPr sz="3600" b="1" i="0" u="none" strike="noStrike" cap="none" dirty="0">
              <a:solidFill>
                <a:schemeClr val="dk1"/>
              </a:solidFill>
              <a:latin typeface="Arial"/>
              <a:ea typeface="Arial"/>
              <a:cs typeface="Arial"/>
              <a:sym typeface="Arial"/>
            </a:endParaRPr>
          </a:p>
        </p:txBody>
      </p:sp>
      <p:sp>
        <p:nvSpPr>
          <p:cNvPr id="126" name="Google Shape;126;p7"/>
          <p:cNvSpPr txBox="1"/>
          <p:nvPr/>
        </p:nvSpPr>
        <p:spPr>
          <a:xfrm>
            <a:off x="677024" y="2877350"/>
            <a:ext cx="14972279" cy="6186279"/>
          </a:xfrm>
          <a:prstGeom prst="rect">
            <a:avLst/>
          </a:prstGeom>
          <a:noFill/>
          <a:ln>
            <a:noFill/>
          </a:ln>
        </p:spPr>
        <p:txBody>
          <a:bodyPr spcFirstLastPara="1" wrap="square" lIns="91425" tIns="91425" rIns="91425" bIns="91425" anchor="t" anchorCtr="0">
            <a:spAutoFit/>
          </a:bodyPr>
          <a:lstStyle/>
          <a:p>
            <a:pPr marL="457200" lvl="0" indent="-419100" algn="just">
              <a:buClr>
                <a:schemeClr val="dk1"/>
              </a:buClr>
              <a:buSzPts val="3000"/>
              <a:buFont typeface="Arial"/>
              <a:buChar char="●"/>
            </a:pPr>
            <a:r>
              <a:rPr lang="en-US" sz="3000" b="1" dirty="0" smtClean="0">
                <a:solidFill>
                  <a:schemeClr val="dk1"/>
                </a:solidFill>
              </a:rPr>
              <a:t>Advantages: </a:t>
            </a:r>
          </a:p>
          <a:p>
            <a:pPr marL="552450" indent="-514350" algn="just">
              <a:buClr>
                <a:schemeClr val="dk1"/>
              </a:buClr>
              <a:buSzPts val="3000"/>
              <a:buFont typeface="+mj-lt"/>
              <a:buAutoNum type="arabicPeriod"/>
            </a:pPr>
            <a:r>
              <a:rPr lang="en-US" sz="3000" b="1" dirty="0">
                <a:solidFill>
                  <a:schemeClr val="dk1"/>
                </a:solidFill>
              </a:rPr>
              <a:t> Early Disease </a:t>
            </a:r>
            <a:r>
              <a:rPr lang="en-US" sz="3000" b="1" dirty="0" smtClean="0">
                <a:solidFill>
                  <a:schemeClr val="dk1"/>
                </a:solidFill>
              </a:rPr>
              <a:t>Detection: Helps farmers prevent crop loss by identifying diseases early.</a:t>
            </a:r>
          </a:p>
          <a:p>
            <a:pPr marL="552450" indent="-514350" algn="just">
              <a:buClr>
                <a:schemeClr val="dk1"/>
              </a:buClr>
              <a:buSzPts val="3000"/>
              <a:buFont typeface="+mj-lt"/>
              <a:buAutoNum type="arabicPeriod"/>
            </a:pPr>
            <a:r>
              <a:rPr lang="en-US" sz="3000" b="1" dirty="0" smtClean="0">
                <a:solidFill>
                  <a:schemeClr val="dk1"/>
                </a:solidFill>
              </a:rPr>
              <a:t>Efficient</a:t>
            </a:r>
            <a:r>
              <a:rPr lang="en-US" sz="3000" b="1" dirty="0">
                <a:solidFill>
                  <a:schemeClr val="dk1"/>
                </a:solidFill>
              </a:rPr>
              <a:t>: Saves time and resources compared to manual inspections</a:t>
            </a:r>
            <a:r>
              <a:rPr lang="en-US" sz="3000" b="1" dirty="0" smtClean="0">
                <a:solidFill>
                  <a:schemeClr val="dk1"/>
                </a:solidFill>
              </a:rPr>
              <a:t>.</a:t>
            </a:r>
          </a:p>
          <a:p>
            <a:pPr marL="552450" indent="-514350" algn="just">
              <a:buClr>
                <a:schemeClr val="dk1"/>
              </a:buClr>
              <a:buSzPts val="3000"/>
              <a:buFont typeface="+mj-lt"/>
              <a:buAutoNum type="arabicPeriod"/>
            </a:pPr>
            <a:r>
              <a:rPr lang="en-US" sz="3000" b="1" dirty="0" smtClean="0">
                <a:solidFill>
                  <a:schemeClr val="dk1"/>
                </a:solidFill>
              </a:rPr>
              <a:t>User-Friendly</a:t>
            </a:r>
            <a:r>
              <a:rPr lang="en-US" sz="3000" b="1" dirty="0">
                <a:solidFill>
                  <a:schemeClr val="dk1"/>
                </a:solidFill>
              </a:rPr>
              <a:t>: Easy to use, no technical skills required</a:t>
            </a:r>
            <a:r>
              <a:rPr lang="en-US" sz="3000" b="1" dirty="0" smtClean="0">
                <a:solidFill>
                  <a:schemeClr val="dk1"/>
                </a:solidFill>
              </a:rPr>
              <a:t>.</a:t>
            </a:r>
          </a:p>
          <a:p>
            <a:pPr marL="552450" indent="-514350" algn="just">
              <a:buClr>
                <a:schemeClr val="dk1"/>
              </a:buClr>
              <a:buSzPts val="3000"/>
              <a:buFont typeface="+mj-lt"/>
              <a:buAutoNum type="arabicPeriod"/>
            </a:pPr>
            <a:r>
              <a:rPr lang="en-US" sz="3000" b="1" dirty="0" smtClean="0">
                <a:solidFill>
                  <a:schemeClr val="dk1"/>
                </a:solidFill>
              </a:rPr>
              <a:t>Scalable</a:t>
            </a:r>
            <a:r>
              <a:rPr lang="en-US" sz="3000" b="1" dirty="0">
                <a:solidFill>
                  <a:schemeClr val="dk1"/>
                </a:solidFill>
              </a:rPr>
              <a:t>: Can recognize more diseases and add features</a:t>
            </a:r>
            <a:r>
              <a:rPr lang="en-US" sz="3000" b="1" dirty="0" smtClean="0">
                <a:solidFill>
                  <a:schemeClr val="dk1"/>
                </a:solidFill>
              </a:rPr>
              <a:t>.</a:t>
            </a:r>
          </a:p>
          <a:p>
            <a:pPr marL="552450" indent="-514350" algn="just">
              <a:buClr>
                <a:schemeClr val="dk1"/>
              </a:buClr>
              <a:buSzPts val="3000"/>
              <a:buFont typeface="+mj-lt"/>
              <a:buAutoNum type="arabicPeriod"/>
            </a:pPr>
            <a:r>
              <a:rPr lang="en-US" sz="3000" b="1" dirty="0" smtClean="0">
                <a:solidFill>
                  <a:schemeClr val="dk1"/>
                </a:solidFill>
              </a:rPr>
              <a:t>Accessible</a:t>
            </a:r>
            <a:r>
              <a:rPr lang="en-US" sz="3000" b="1" dirty="0">
                <a:solidFill>
                  <a:schemeClr val="dk1"/>
                </a:solidFill>
              </a:rPr>
              <a:t>: Can be used on mobile/web, reaching a wide audience</a:t>
            </a:r>
            <a:r>
              <a:rPr lang="en-US" sz="3000" b="1" dirty="0" smtClean="0">
                <a:solidFill>
                  <a:schemeClr val="dk1"/>
                </a:solidFill>
              </a:rPr>
              <a:t>.</a:t>
            </a:r>
          </a:p>
          <a:p>
            <a:pPr marL="457200" lvl="0" indent="-419100" algn="just">
              <a:buClr>
                <a:schemeClr val="dk1"/>
              </a:buClr>
              <a:buSzPts val="3000"/>
              <a:buFont typeface="Arial"/>
              <a:buChar char="●"/>
            </a:pPr>
            <a:r>
              <a:rPr lang="en-US" sz="3000" b="1" dirty="0" smtClean="0">
                <a:solidFill>
                  <a:schemeClr val="dk1"/>
                </a:solidFill>
              </a:rPr>
              <a:t>Disadvantages:</a:t>
            </a:r>
          </a:p>
          <a:p>
            <a:pPr marL="552450" lvl="0" indent="-514350" algn="just">
              <a:buClr>
                <a:schemeClr val="dk1"/>
              </a:buClr>
              <a:buSzPts val="3000"/>
              <a:buFont typeface="+mj-lt"/>
              <a:buAutoNum type="arabicPeriod"/>
            </a:pPr>
            <a:r>
              <a:rPr lang="en-US" sz="3000" b="1" dirty="0" smtClean="0">
                <a:solidFill>
                  <a:schemeClr val="dk1"/>
                </a:solidFill>
              </a:rPr>
              <a:t>Image </a:t>
            </a:r>
            <a:r>
              <a:rPr lang="en-US" sz="3000" b="1" dirty="0">
                <a:solidFill>
                  <a:schemeClr val="dk1"/>
                </a:solidFill>
              </a:rPr>
              <a:t>Quality Dependent: Accuracy relies on the quality of the uploaded images</a:t>
            </a:r>
            <a:r>
              <a:rPr lang="en-US" sz="3000" b="1" dirty="0" smtClean="0">
                <a:solidFill>
                  <a:schemeClr val="dk1"/>
                </a:solidFill>
              </a:rPr>
              <a:t>.</a:t>
            </a:r>
          </a:p>
          <a:p>
            <a:pPr marL="552450" lvl="0" indent="-514350" algn="just">
              <a:buClr>
                <a:schemeClr val="dk1"/>
              </a:buClr>
              <a:buSzPts val="3000"/>
              <a:buFont typeface="+mj-lt"/>
              <a:buAutoNum type="arabicPeriod"/>
            </a:pPr>
            <a:r>
              <a:rPr lang="en-US" sz="3000" b="1" dirty="0" smtClean="0">
                <a:solidFill>
                  <a:schemeClr val="dk1"/>
                </a:solidFill>
              </a:rPr>
              <a:t>Limited </a:t>
            </a:r>
            <a:r>
              <a:rPr lang="en-US" sz="3000" b="1" dirty="0">
                <a:solidFill>
                  <a:schemeClr val="dk1"/>
                </a:solidFill>
              </a:rPr>
              <a:t>Dataset: Can only detect diseases in the trained dataset</a:t>
            </a:r>
            <a:r>
              <a:rPr lang="en-US" sz="3000" b="1" dirty="0" smtClean="0">
                <a:solidFill>
                  <a:schemeClr val="dk1"/>
                </a:solidFill>
              </a:rPr>
              <a:t>.</a:t>
            </a:r>
          </a:p>
          <a:p>
            <a:pPr marL="552450" lvl="0" indent="-514350" algn="just">
              <a:buClr>
                <a:schemeClr val="dk1"/>
              </a:buClr>
              <a:buSzPts val="3000"/>
              <a:buFont typeface="+mj-lt"/>
              <a:buAutoNum type="arabicPeriod"/>
            </a:pPr>
            <a:r>
              <a:rPr lang="en-US" sz="3000" b="1" dirty="0" smtClean="0">
                <a:solidFill>
                  <a:schemeClr val="dk1"/>
                </a:solidFill>
              </a:rPr>
              <a:t>Internet </a:t>
            </a:r>
            <a:r>
              <a:rPr lang="en-US" sz="3000" b="1" dirty="0">
                <a:solidFill>
                  <a:schemeClr val="dk1"/>
                </a:solidFill>
              </a:rPr>
              <a:t>Access Needed: Requires a stable internet connection for image upload and processing</a:t>
            </a:r>
            <a:r>
              <a:rPr lang="en-US" sz="3000" b="1" dirty="0" smtClean="0">
                <a:solidFill>
                  <a:schemeClr val="dk1"/>
                </a:solidFill>
              </a:rPr>
              <a:t>.</a:t>
            </a:r>
            <a:endParaRPr sz="3000" b="1" i="0" u="none" strike="noStrike" cap="none" dirty="0">
              <a:solidFill>
                <a:schemeClr val="dk1"/>
              </a:solidFill>
              <a:latin typeface="Arial"/>
              <a:ea typeface="Arial"/>
              <a:cs typeface="Arial"/>
              <a:sym typeface="Arial"/>
            </a:endParaRPr>
          </a:p>
        </p:txBody>
      </p:sp>
      <p:pic>
        <p:nvPicPr>
          <p:cNvPr id="127" name="Google Shape;127;p7"/>
          <p:cNvPicPr preferRelativeResize="0"/>
          <p:nvPr/>
        </p:nvPicPr>
        <p:blipFill>
          <a:blip r:embed="rId4">
            <a:alphaModFix/>
          </a:blip>
          <a:stretch>
            <a:fillRect/>
          </a:stretch>
        </p:blipFill>
        <p:spPr>
          <a:xfrm>
            <a:off x="13555400" y="152400"/>
            <a:ext cx="3612700" cy="1300575"/>
          </a:xfrm>
          <a:prstGeom prst="rect">
            <a:avLst/>
          </a:prstGeom>
          <a:noFill/>
          <a:ln>
            <a:noFill/>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pic>
        <p:nvPicPr>
          <p:cNvPr id="132" name="Google Shape;132;p8"/>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133" name="Google Shape;133;p8"/>
          <p:cNvSpPr txBox="1"/>
          <p:nvPr/>
        </p:nvSpPr>
        <p:spPr>
          <a:xfrm>
            <a:off x="677025" y="1711350"/>
            <a:ext cx="3723600" cy="738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 sz="3600" b="1" i="0" u="none" strike="noStrike" cap="none" dirty="0">
                <a:solidFill>
                  <a:schemeClr val="dk1"/>
                </a:solidFill>
                <a:latin typeface="Arial"/>
                <a:ea typeface="Arial"/>
                <a:cs typeface="Arial"/>
                <a:sym typeface="Arial"/>
              </a:rPr>
              <a:t>Conclusion:</a:t>
            </a:r>
            <a:endParaRPr sz="3600" b="1" i="0" u="none" strike="noStrike" cap="none" dirty="0">
              <a:solidFill>
                <a:schemeClr val="dk1"/>
              </a:solidFill>
              <a:latin typeface="Arial"/>
              <a:ea typeface="Arial"/>
              <a:cs typeface="Arial"/>
              <a:sym typeface="Arial"/>
            </a:endParaRPr>
          </a:p>
        </p:txBody>
      </p:sp>
      <p:sp>
        <p:nvSpPr>
          <p:cNvPr id="134" name="Google Shape;134;p8"/>
          <p:cNvSpPr txBox="1"/>
          <p:nvPr/>
        </p:nvSpPr>
        <p:spPr>
          <a:xfrm>
            <a:off x="677025" y="2877350"/>
            <a:ext cx="13653300" cy="3877954"/>
          </a:xfrm>
          <a:prstGeom prst="rect">
            <a:avLst/>
          </a:prstGeom>
          <a:noFill/>
          <a:ln>
            <a:noFill/>
          </a:ln>
        </p:spPr>
        <p:txBody>
          <a:bodyPr spcFirstLastPara="1" wrap="square" lIns="91425" tIns="91425" rIns="91425" bIns="91425" anchor="t" anchorCtr="0">
            <a:spAutoFit/>
          </a:bodyPr>
          <a:lstStyle/>
          <a:p>
            <a:pPr marL="457200" lvl="0" indent="-419100" algn="just">
              <a:buClr>
                <a:schemeClr val="dk1"/>
              </a:buClr>
              <a:buSzPts val="3000"/>
              <a:buFont typeface="Arial"/>
              <a:buChar char="●"/>
            </a:pPr>
            <a:r>
              <a:rPr lang="en-US" sz="3000" b="1">
                <a:solidFill>
                  <a:schemeClr val="dk1"/>
                </a:solidFill>
              </a:rPr>
              <a:t>"PlantAid" offers an innovative solution to help farmers detect plant diseases early, ensuring better crop management and reducing losses. By leveraging AI and machine learning, the system provides a fast, efficient, and user-friendly way to diagnose plant diseases through image recognition. While the prototype shows great potential, future enhancements, including expanding the disease dataset and improving image quality handling, will further strengthen its effectiveness. "PlantAid" is a step toward smarter, more sustainable agriculture.</a:t>
            </a:r>
            <a:endParaRPr sz="3000" b="1" i="0" u="none" strike="noStrike" cap="none" dirty="0">
              <a:solidFill>
                <a:schemeClr val="dk1"/>
              </a:solidFill>
              <a:latin typeface="Arial"/>
              <a:ea typeface="Arial"/>
              <a:cs typeface="Arial"/>
              <a:sym typeface="Arial"/>
            </a:endParaRPr>
          </a:p>
        </p:txBody>
      </p:sp>
      <p:pic>
        <p:nvPicPr>
          <p:cNvPr id="135" name="Google Shape;135;p8"/>
          <p:cNvPicPr preferRelativeResize="0"/>
          <p:nvPr/>
        </p:nvPicPr>
        <p:blipFill>
          <a:blip r:embed="rId4">
            <a:alphaModFix/>
          </a:blip>
          <a:stretch>
            <a:fillRect/>
          </a:stretch>
        </p:blipFill>
        <p:spPr>
          <a:xfrm>
            <a:off x="13555400" y="152400"/>
            <a:ext cx="3612700" cy="1300575"/>
          </a:xfrm>
          <a:prstGeom prst="rect">
            <a:avLst/>
          </a:prstGeom>
          <a:noFill/>
          <a:ln>
            <a:noFill/>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pic>
        <p:nvPicPr>
          <p:cNvPr id="140" name="Google Shape;140;p9"/>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141" name="Google Shape;141;p9"/>
          <p:cNvSpPr txBox="1"/>
          <p:nvPr/>
        </p:nvSpPr>
        <p:spPr>
          <a:xfrm>
            <a:off x="677025" y="1711350"/>
            <a:ext cx="5077800" cy="738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600"/>
              <a:buFont typeface="Arial"/>
              <a:buNone/>
            </a:pPr>
            <a:r>
              <a:rPr lang="en" sz="3600" b="1" i="0" u="none" strike="noStrike" cap="none" dirty="0">
                <a:solidFill>
                  <a:schemeClr val="dk1"/>
                </a:solidFill>
                <a:latin typeface="Arial"/>
                <a:ea typeface="Arial"/>
                <a:cs typeface="Arial"/>
                <a:sym typeface="Arial"/>
              </a:rPr>
              <a:t>References:</a:t>
            </a:r>
            <a:endParaRPr sz="3600" b="1" i="0" u="none" strike="noStrike" cap="none" dirty="0">
              <a:solidFill>
                <a:schemeClr val="dk1"/>
              </a:solidFill>
              <a:latin typeface="Arial"/>
              <a:ea typeface="Arial"/>
              <a:cs typeface="Arial"/>
              <a:sym typeface="Arial"/>
            </a:endParaRPr>
          </a:p>
        </p:txBody>
      </p:sp>
      <p:sp>
        <p:nvSpPr>
          <p:cNvPr id="142" name="Google Shape;142;p9"/>
          <p:cNvSpPr txBox="1"/>
          <p:nvPr/>
        </p:nvSpPr>
        <p:spPr>
          <a:xfrm>
            <a:off x="677025" y="2877351"/>
            <a:ext cx="15024529" cy="5262949"/>
          </a:xfrm>
          <a:prstGeom prst="rect">
            <a:avLst/>
          </a:prstGeom>
          <a:noFill/>
          <a:ln>
            <a:noFill/>
          </a:ln>
        </p:spPr>
        <p:txBody>
          <a:bodyPr spcFirstLastPara="1" wrap="square" lIns="91425" tIns="91425" rIns="91425" bIns="91425" anchor="t" anchorCtr="0">
            <a:spAutoFit/>
          </a:bodyPr>
          <a:lstStyle/>
          <a:p>
            <a:pPr marL="457200" lvl="0" indent="-419100">
              <a:buClr>
                <a:schemeClr val="dk1"/>
              </a:buClr>
              <a:buSzPts val="3000"/>
              <a:buFont typeface="Arial"/>
              <a:buChar char="●"/>
            </a:pPr>
            <a:r>
              <a:rPr lang="en-US" sz="3000" b="1" dirty="0">
                <a:solidFill>
                  <a:schemeClr val="dk1"/>
                </a:solidFill>
              </a:rPr>
              <a:t>Plant Disease Dataset 1. (n.d.). PlantVillage dataset for plant disease classification. Retrieved from </a:t>
            </a:r>
            <a:r>
              <a:rPr lang="en-US" sz="3000" b="1" dirty="0">
                <a:solidFill>
                  <a:schemeClr val="dk1"/>
                </a:solidFill>
                <a:hlinkClick r:id="rId4"/>
              </a:rPr>
              <a:t>https://</a:t>
            </a:r>
            <a:r>
              <a:rPr lang="en-US" sz="3000" b="1" dirty="0" smtClean="0">
                <a:solidFill>
                  <a:schemeClr val="dk1"/>
                </a:solidFill>
                <a:hlinkClick r:id="rId4"/>
              </a:rPr>
              <a:t>www.kaggle.com/datasets/arjuntejaswi/plant-village</a:t>
            </a:r>
            <a:r>
              <a:rPr lang="en-US" sz="3000" b="1" dirty="0" smtClean="0">
                <a:solidFill>
                  <a:schemeClr val="dk1"/>
                </a:solidFill>
              </a:rPr>
              <a:t> </a:t>
            </a:r>
          </a:p>
          <a:p>
            <a:pPr marL="457200" lvl="0" indent="-419100">
              <a:buClr>
                <a:schemeClr val="dk1"/>
              </a:buClr>
              <a:buSzPts val="3000"/>
              <a:buFont typeface="Arial"/>
              <a:buChar char="●"/>
            </a:pPr>
            <a:r>
              <a:rPr lang="en-US" sz="3000" b="1" dirty="0">
                <a:solidFill>
                  <a:schemeClr val="dk1"/>
                </a:solidFill>
              </a:rPr>
              <a:t>Plant Disease Dataset 1. (n.d.).</a:t>
            </a:r>
            <a:r>
              <a:rPr lang="en-US" sz="3000" b="1" dirty="0" smtClean="0">
                <a:solidFill>
                  <a:schemeClr val="dk1"/>
                </a:solidFill>
              </a:rPr>
              <a:t> </a:t>
            </a:r>
            <a:r>
              <a:rPr lang="en-US" sz="3000" b="1" dirty="0">
                <a:solidFill>
                  <a:schemeClr val="dk1"/>
                </a:solidFill>
              </a:rPr>
              <a:t>New Plant Diseases Dataset for plant disease classification. R</a:t>
            </a:r>
            <a:r>
              <a:rPr lang="en-US" sz="3000" b="1" dirty="0" smtClean="0">
                <a:solidFill>
                  <a:schemeClr val="dk1"/>
                </a:solidFill>
              </a:rPr>
              <a:t>etrieved </a:t>
            </a:r>
            <a:r>
              <a:rPr lang="en-US" sz="3000" b="1" dirty="0">
                <a:solidFill>
                  <a:schemeClr val="dk1"/>
                </a:solidFill>
              </a:rPr>
              <a:t>from </a:t>
            </a:r>
            <a:r>
              <a:rPr lang="en-US" sz="3000" b="1" dirty="0">
                <a:solidFill>
                  <a:schemeClr val="dk1"/>
                </a:solidFill>
                <a:hlinkClick r:id="rId5"/>
              </a:rPr>
              <a:t>https://</a:t>
            </a:r>
            <a:r>
              <a:rPr lang="en-US" sz="3000" b="1" dirty="0" smtClean="0">
                <a:solidFill>
                  <a:schemeClr val="dk1"/>
                </a:solidFill>
                <a:hlinkClick r:id="rId5"/>
              </a:rPr>
              <a:t>www.kaggle.com/datasets/vipoooool/new-plant-diseases-datase</a:t>
            </a:r>
            <a:r>
              <a:rPr lang="en-US" sz="3000" b="1" dirty="0" smtClean="0">
                <a:solidFill>
                  <a:schemeClr val="dk1"/>
                </a:solidFill>
              </a:rPr>
              <a:t> </a:t>
            </a:r>
          </a:p>
          <a:p>
            <a:pPr marL="457200" lvl="0" indent="-419100">
              <a:buClr>
                <a:schemeClr val="dk1"/>
              </a:buClr>
              <a:buSzPts val="3000"/>
              <a:buFont typeface="Arial"/>
              <a:buChar char="●"/>
            </a:pPr>
            <a:r>
              <a:rPr lang="en-US" sz="3000" b="1" dirty="0" smtClean="0">
                <a:solidFill>
                  <a:schemeClr val="dk1"/>
                </a:solidFill>
              </a:rPr>
              <a:t>TensorFlow Documentation. TensorFlow: An open-source machine learning framework. Retrieved from </a:t>
            </a:r>
            <a:r>
              <a:rPr lang="en-US" sz="3000" b="1" dirty="0" smtClean="0">
                <a:solidFill>
                  <a:schemeClr val="dk1"/>
                </a:solidFill>
                <a:hlinkClick r:id="rId6"/>
              </a:rPr>
              <a:t>https://www.tensorflow.org</a:t>
            </a:r>
            <a:endParaRPr lang="en-US" sz="3000" b="1" dirty="0" smtClean="0">
              <a:solidFill>
                <a:schemeClr val="dk1"/>
              </a:solidFill>
            </a:endParaRPr>
          </a:p>
          <a:p>
            <a:pPr marL="457200" lvl="0" indent="-419100">
              <a:buClr>
                <a:schemeClr val="dk1"/>
              </a:buClr>
              <a:buSzPts val="3000"/>
              <a:buFont typeface="Arial"/>
              <a:buChar char="●"/>
            </a:pPr>
            <a:r>
              <a:rPr lang="en-US" sz="3000" b="1" dirty="0" smtClean="0">
                <a:solidFill>
                  <a:schemeClr val="dk1"/>
                </a:solidFill>
              </a:rPr>
              <a:t>OpenCV Documentation. OpenCV for image processing. </a:t>
            </a:r>
            <a:r>
              <a:rPr lang="en-US" sz="3000" b="1" dirty="0">
                <a:solidFill>
                  <a:schemeClr val="dk1"/>
                </a:solidFill>
              </a:rPr>
              <a:t>Retrieved </a:t>
            </a:r>
            <a:r>
              <a:rPr lang="en-US" sz="3000" b="1" dirty="0" smtClean="0">
                <a:solidFill>
                  <a:schemeClr val="dk1"/>
                </a:solidFill>
              </a:rPr>
              <a:t>from </a:t>
            </a:r>
            <a:r>
              <a:rPr lang="en-US" sz="3000" b="1" dirty="0" smtClean="0">
                <a:solidFill>
                  <a:schemeClr val="dk1"/>
                </a:solidFill>
                <a:hlinkClick r:id="rId7"/>
              </a:rPr>
              <a:t>https</a:t>
            </a:r>
            <a:r>
              <a:rPr lang="en-US" sz="3000" b="1" dirty="0">
                <a:solidFill>
                  <a:schemeClr val="dk1"/>
                </a:solidFill>
                <a:hlinkClick r:id="rId7"/>
              </a:rPr>
              <a:t>://</a:t>
            </a:r>
            <a:r>
              <a:rPr lang="en-US" sz="3000" b="1" dirty="0" smtClean="0">
                <a:solidFill>
                  <a:schemeClr val="dk1"/>
                </a:solidFill>
                <a:hlinkClick r:id="rId7"/>
              </a:rPr>
              <a:t>opencv.org</a:t>
            </a:r>
            <a:endParaRPr lang="en-US" sz="3000" b="1" dirty="0" smtClean="0">
              <a:solidFill>
                <a:schemeClr val="dk1"/>
              </a:solidFill>
            </a:endParaRPr>
          </a:p>
          <a:p>
            <a:pPr marL="38100" lvl="0" algn="just">
              <a:buClr>
                <a:schemeClr val="dk1"/>
              </a:buClr>
              <a:buSzPts val="3000"/>
            </a:pPr>
            <a:endParaRPr sz="3000" b="1" i="0" u="none" strike="noStrike" cap="none" dirty="0">
              <a:solidFill>
                <a:schemeClr val="dk1"/>
              </a:solidFill>
              <a:latin typeface="Arial"/>
              <a:ea typeface="Arial"/>
              <a:cs typeface="Arial"/>
              <a:sym typeface="Arial"/>
            </a:endParaRPr>
          </a:p>
        </p:txBody>
      </p:sp>
      <p:pic>
        <p:nvPicPr>
          <p:cNvPr id="143" name="Google Shape;143;p9"/>
          <p:cNvPicPr preferRelativeResize="0"/>
          <p:nvPr/>
        </p:nvPicPr>
        <p:blipFill>
          <a:blip r:embed="rId8">
            <a:alphaModFix/>
          </a:blip>
          <a:stretch>
            <a:fillRect/>
          </a:stretch>
        </p:blipFill>
        <p:spPr>
          <a:xfrm>
            <a:off x="13555400" y="152400"/>
            <a:ext cx="3612700" cy="1300575"/>
          </a:xfrm>
          <a:prstGeom prst="rect">
            <a:avLst/>
          </a:prstGeom>
          <a:noFill/>
          <a:ln>
            <a:noFill/>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pic>
        <p:nvPicPr>
          <p:cNvPr id="148" name="Google Shape;148;p10"/>
          <p:cNvPicPr preferRelativeResize="0"/>
          <p:nvPr/>
        </p:nvPicPr>
        <p:blipFill rotWithShape="1">
          <a:blip r:embed="rId3">
            <a:alphaModFix/>
          </a:blip>
          <a:srcRect/>
          <a:stretch/>
        </p:blipFill>
        <p:spPr>
          <a:xfrm>
            <a:off x="0" y="0"/>
            <a:ext cx="18288000" cy="10287000"/>
          </a:xfrm>
          <a:prstGeom prst="rect">
            <a:avLst/>
          </a:prstGeom>
          <a:noFill/>
          <a:ln>
            <a:noFill/>
          </a:ln>
        </p:spPr>
      </p:pic>
      <p:sp>
        <p:nvSpPr>
          <p:cNvPr id="149" name="Google Shape;149;p10"/>
          <p:cNvSpPr txBox="1"/>
          <p:nvPr/>
        </p:nvSpPr>
        <p:spPr>
          <a:xfrm>
            <a:off x="3253475" y="4312350"/>
            <a:ext cx="6789000" cy="1723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0000"/>
              <a:buFont typeface="Arial"/>
              <a:buNone/>
            </a:pPr>
            <a:r>
              <a:rPr lang="en" sz="10000" b="1" i="0" u="none" strike="noStrike" cap="none">
                <a:solidFill>
                  <a:srgbClr val="00425D"/>
                </a:solidFill>
                <a:latin typeface="Arial"/>
                <a:ea typeface="Arial"/>
                <a:cs typeface="Arial"/>
                <a:sym typeface="Arial"/>
              </a:rPr>
              <a:t>Thank You</a:t>
            </a:r>
            <a:endParaRPr sz="100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131</TotalTime>
  <Words>811</Words>
  <Application>Microsoft Office PowerPoint</Application>
  <PresentationFormat>Custom</PresentationFormat>
  <Paragraphs>45</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Montserrat Medium</vt:lpstr>
      <vt:lpstr>Arial</vt:lpstr>
      <vt:lpstr>Montserrat SemiBold</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Heyram EEE</dc:creator>
  <cp:lastModifiedBy>Md. Nur E Alam Siddiquee</cp:lastModifiedBy>
  <cp:revision>10</cp:revision>
  <dcterms:modified xsi:type="dcterms:W3CDTF">2025-04-28T11:17:17Z</dcterms:modified>
</cp:coreProperties>
</file>